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9"/>
  </p:notesMasterIdLst>
  <p:handoutMasterIdLst>
    <p:handoutMasterId r:id="rId20"/>
  </p:handoutMasterIdLst>
  <p:sldIdLst>
    <p:sldId id="1519" r:id="rId5"/>
    <p:sldId id="1539" r:id="rId6"/>
    <p:sldId id="1557" r:id="rId7"/>
    <p:sldId id="1556" r:id="rId8"/>
    <p:sldId id="1523" r:id="rId9"/>
    <p:sldId id="1555" r:id="rId10"/>
    <p:sldId id="1538" r:id="rId11"/>
    <p:sldId id="1541" r:id="rId12"/>
    <p:sldId id="1548" r:id="rId13"/>
    <p:sldId id="1547" r:id="rId14"/>
    <p:sldId id="1551" r:id="rId15"/>
    <p:sldId id="1550" r:id="rId16"/>
    <p:sldId id="1549" r:id="rId17"/>
    <p:sldId id="154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9" dt="2026-08-25T16:42:24.221"/>
    <p1510:client id="{778EA83D-209E-364A-9771-6EF6A02CE004}" v="2" dt="2026-08-25T17:17:02.800"/>
    <p1510:client id="{CAB9E0B8-D886-4E25-89BC-53FCFEBFEC32}" v="44" dt="2026-08-25T16:40:27.457"/>
    <p1510:client id="{E9858E17-C30B-B810-A86A-F3BADE7AB45C}" v="1" dt="2026-08-25T17:05:00.246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Ashni" userId="S::apk66@drexel.edu::c1cd851a-cd44-401f-a4ba-7674e5877407" providerId="AD" clId="Web-{E00BAB3E-FF66-0F4F-128B-EB6AB1A84136}"/>
    <pc:docChg chg="modSld">
      <pc:chgData name="Kumar,Ashni" userId="S::apk66@drexel.edu::c1cd851a-cd44-401f-a4ba-7674e5877407" providerId="AD" clId="Web-{E00BAB3E-FF66-0F4F-128B-EB6AB1A84136}" dt="2026-08-18T19:14:25.907" v="161" actId="20577"/>
      <pc:docMkLst>
        <pc:docMk/>
      </pc:docMkLst>
      <pc:sldChg chg="addSp delSp modSp modNotes">
        <pc:chgData name="Kumar,Ashni" userId="S::apk66@drexel.edu::c1cd851a-cd44-401f-a4ba-7674e5877407" providerId="AD" clId="Web-{E00BAB3E-FF66-0F4F-128B-EB6AB1A84136}" dt="2026-08-18T19:14:25.907" v="161" actId="20577"/>
        <pc:sldMkLst>
          <pc:docMk/>
          <pc:sldMk cId="1369385929" sldId="1519"/>
        </pc:sldMkLst>
        <pc:spChg chg="mod">
          <ac:chgData name="Kumar,Ashni" userId="S::apk66@drexel.edu::c1cd851a-cd44-401f-a4ba-7674e5877407" providerId="AD" clId="Web-{E00BAB3E-FF66-0F4F-128B-EB6AB1A84136}" dt="2026-08-18T19:12:26.297" v="76" actId="20577"/>
          <ac:spMkLst>
            <pc:docMk/>
            <pc:sldMk cId="1369385929" sldId="1519"/>
            <ac:spMk id="2" creationId="{F1B1A057-FF69-DB4E-18F5-A26FC0C911FC}"/>
          </ac:spMkLst>
        </pc:spChg>
        <pc:spChg chg="mod">
          <ac:chgData name="Kumar,Ashni" userId="S::apk66@drexel.edu::c1cd851a-cd44-401f-a4ba-7674e5877407" providerId="AD" clId="Web-{E00BAB3E-FF66-0F4F-128B-EB6AB1A84136}" dt="2026-08-18T19:14:03.407" v="148" actId="20577"/>
          <ac:spMkLst>
            <pc:docMk/>
            <pc:sldMk cId="1369385929" sldId="1519"/>
            <ac:spMk id="3" creationId="{5D2AF3FA-87A9-9163-3213-65A6A97B1B29}"/>
          </ac:spMkLst>
        </pc:spChg>
        <pc:spChg chg="add del mod">
          <ac:chgData name="Kumar,Ashni" userId="S::apk66@drexel.edu::c1cd851a-cd44-401f-a4ba-7674e5877407" providerId="AD" clId="Web-{E00BAB3E-FF66-0F4F-128B-EB6AB1A84136}" dt="2026-08-18T19:14:25.907" v="161" actId="20577"/>
          <ac:spMkLst>
            <pc:docMk/>
            <pc:sldMk cId="1369385929" sldId="1519"/>
            <ac:spMk id="6" creationId="{6F3B333A-77E1-9CF2-4CB5-643D05CCC309}"/>
          </ac:spMkLst>
        </pc:spChg>
      </pc:sldChg>
      <pc:sldChg chg="modNotes">
        <pc:chgData name="Kumar,Ashni" userId="S::apk66@drexel.edu::c1cd851a-cd44-401f-a4ba-7674e5877407" providerId="AD" clId="Web-{E00BAB3E-FF66-0F4F-128B-EB6AB1A84136}" dt="2026-08-18T18:58:46.698" v="45"/>
        <pc:sldMkLst>
          <pc:docMk/>
          <pc:sldMk cId="1640610629" sldId="1539"/>
        </pc:sldMkLst>
      </pc:sldChg>
    </pc:docChg>
  </pc:docChgLst>
  <pc:docChgLst>
    <pc:chgData name="Kumar,Ashni" userId="S::apk66@drexel.edu::c1cd851a-cd44-401f-a4ba-7674e5877407" providerId="AD" clId="Web-{4B42A98D-7ED7-DCB1-19FF-23A04DB6B45C}"/>
    <pc:docChg chg="modSld">
      <pc:chgData name="Kumar,Ashni" userId="S::apk66@drexel.edu::c1cd851a-cd44-401f-a4ba-7674e5877407" providerId="AD" clId="Web-{4B42A98D-7ED7-DCB1-19FF-23A04DB6B45C}" dt="2026-08-24T02:17:20.860" v="422" actId="1076"/>
      <pc:docMkLst>
        <pc:docMk/>
      </pc:docMkLst>
      <pc:sldChg chg="modSp">
        <pc:chgData name="Kumar,Ashni" userId="S::apk66@drexel.edu::c1cd851a-cd44-401f-a4ba-7674e5877407" providerId="AD" clId="Web-{4B42A98D-7ED7-DCB1-19FF-23A04DB6B45C}" dt="2026-08-24T02:13:41.340" v="420"/>
        <pc:sldMkLst>
          <pc:docMk/>
          <pc:sldMk cId="1369385929" sldId="1519"/>
        </pc:sldMkLst>
        <pc:picChg chg="mod">
          <ac:chgData name="Kumar,Ashni" userId="S::apk66@drexel.edu::c1cd851a-cd44-401f-a4ba-7674e5877407" providerId="AD" clId="Web-{4B42A98D-7ED7-DCB1-19FF-23A04DB6B45C}" dt="2026-08-24T02:13:41.340" v="420"/>
          <ac:picMkLst>
            <pc:docMk/>
            <pc:sldMk cId="1369385929" sldId="1519"/>
            <ac:picMk id="13" creationId="{F9DB484A-0F6D-AA40-DDC0-A88846E22399}"/>
          </ac:picMkLst>
        </pc:picChg>
      </pc:sldChg>
      <pc:sldChg chg="delSp modSp">
        <pc:chgData name="Kumar,Ashni" userId="S::apk66@drexel.edu::c1cd851a-cd44-401f-a4ba-7674e5877407" providerId="AD" clId="Web-{4B42A98D-7ED7-DCB1-19FF-23A04DB6B45C}" dt="2026-08-24T01:32:17.687" v="46" actId="1076"/>
        <pc:sldMkLst>
          <pc:docMk/>
          <pc:sldMk cId="1320672604" sldId="1538"/>
        </pc:sldMkLst>
        <pc:spChg chg="del mod">
          <ac:chgData name="Kumar,Ashni" userId="S::apk66@drexel.edu::c1cd851a-cd44-401f-a4ba-7674e5877407" providerId="AD" clId="Web-{4B42A98D-7ED7-DCB1-19FF-23A04DB6B45C}" dt="2026-08-24T01:12:50.336" v="17"/>
          <ac:spMkLst>
            <pc:docMk/>
            <pc:sldMk cId="1320672604" sldId="1538"/>
            <ac:spMk id="3" creationId="{C2FCCA7D-E1DD-F463-FAA1-CE8CEC8A1758}"/>
          </ac:spMkLst>
        </pc:spChg>
        <pc:spChg chg="mod">
          <ac:chgData name="Kumar,Ashni" userId="S::apk66@drexel.edu::c1cd851a-cd44-401f-a4ba-7674e5877407" providerId="AD" clId="Web-{4B42A98D-7ED7-DCB1-19FF-23A04DB6B45C}" dt="2026-08-24T01:13:05.322" v="19" actId="1076"/>
          <ac:spMkLst>
            <pc:docMk/>
            <pc:sldMk cId="1320672604" sldId="1538"/>
            <ac:spMk id="4" creationId="{60F2DCD5-A6AA-1DC6-680C-C9342BF71DD4}"/>
          </ac:spMkLst>
        </pc:spChg>
        <pc:spChg chg="mod">
          <ac:chgData name="Kumar,Ashni" userId="S::apk66@drexel.edu::c1cd851a-cd44-401f-a4ba-7674e5877407" providerId="AD" clId="Web-{4B42A98D-7ED7-DCB1-19FF-23A04DB6B45C}" dt="2026-08-24T01:32:10.405" v="44" actId="1076"/>
          <ac:spMkLst>
            <pc:docMk/>
            <pc:sldMk cId="1320672604" sldId="1538"/>
            <ac:spMk id="5" creationId="{35872D36-34E4-3C95-E20D-11ECB3135804}"/>
          </ac:spMkLst>
        </pc:spChg>
        <pc:spChg chg="mod">
          <ac:chgData name="Kumar,Ashni" userId="S::apk66@drexel.edu::c1cd851a-cd44-401f-a4ba-7674e5877407" providerId="AD" clId="Web-{4B42A98D-7ED7-DCB1-19FF-23A04DB6B45C}" dt="2026-08-24T01:32:17.687" v="46" actId="1076"/>
          <ac:spMkLst>
            <pc:docMk/>
            <pc:sldMk cId="1320672604" sldId="1538"/>
            <ac:spMk id="14" creationId="{EDD1CA39-2462-65AC-9478-EA9B600AA7AD}"/>
          </ac:spMkLst>
        </pc:spChg>
      </pc:sldChg>
      <pc:sldChg chg="addSp delSp modSp">
        <pc:chgData name="Kumar,Ashni" userId="S::apk66@drexel.edu::c1cd851a-cd44-401f-a4ba-7674e5877407" providerId="AD" clId="Web-{4B42A98D-7ED7-DCB1-19FF-23A04DB6B45C}" dt="2026-08-24T02:00:23.119" v="69" actId="20577"/>
        <pc:sldMkLst>
          <pc:docMk/>
          <pc:sldMk cId="2172216440" sldId="1541"/>
        </pc:sldMkLst>
        <pc:spChg chg="del mod">
          <ac:chgData name="Kumar,Ashni" userId="S::apk66@drexel.edu::c1cd851a-cd44-401f-a4ba-7674e5877407" providerId="AD" clId="Web-{4B42A98D-7ED7-DCB1-19FF-23A04DB6B45C}" dt="2026-08-24T01:12:45.133" v="15"/>
          <ac:spMkLst>
            <pc:docMk/>
            <pc:sldMk cId="2172216440" sldId="1541"/>
            <ac:spMk id="3" creationId="{652EF46B-2F19-748B-9A92-80DE679234EB}"/>
          </ac:spMkLst>
        </pc:spChg>
        <pc:spChg chg="mod">
          <ac:chgData name="Kumar,Ashni" userId="S::apk66@drexel.edu::c1cd851a-cd44-401f-a4ba-7674e5877407" providerId="AD" clId="Web-{4B42A98D-7ED7-DCB1-19FF-23A04DB6B45C}" dt="2026-08-24T02:00:23.119" v="69" actId="20577"/>
          <ac:spMkLst>
            <pc:docMk/>
            <pc:sldMk cId="2172216440" sldId="1541"/>
            <ac:spMk id="5" creationId="{55BDC849-5868-6D24-1744-0DA71375D6C7}"/>
          </ac:spMkLst>
        </pc:spChg>
        <pc:spChg chg="add del mod">
          <ac:chgData name="Kumar,Ashni" userId="S::apk66@drexel.edu::c1cd851a-cd44-401f-a4ba-7674e5877407" providerId="AD" clId="Web-{4B42A98D-7ED7-DCB1-19FF-23A04DB6B45C}" dt="2026-08-24T01:20:38.473" v="35"/>
          <ac:spMkLst>
            <pc:docMk/>
            <pc:sldMk cId="2172216440" sldId="1541"/>
            <ac:spMk id="6" creationId="{A099C8FC-633D-1C60-33A7-0AA6ABD8BC73}"/>
          </ac:spMkLst>
        </pc:spChg>
        <pc:picChg chg="add mod">
          <ac:chgData name="Kumar,Ashni" userId="S::apk66@drexel.edu::c1cd851a-cd44-401f-a4ba-7674e5877407" providerId="AD" clId="Web-{4B42A98D-7ED7-DCB1-19FF-23A04DB6B45C}" dt="2026-08-24T01:20:49.333" v="39" actId="1076"/>
          <ac:picMkLst>
            <pc:docMk/>
            <pc:sldMk cId="2172216440" sldId="1541"/>
            <ac:picMk id="7" creationId="{E1FE7C56-2A9C-BC46-9AEA-B31574846F48}"/>
          </ac:picMkLst>
        </pc:picChg>
        <pc:picChg chg="del">
          <ac:chgData name="Kumar,Ashni" userId="S::apk66@drexel.edu::c1cd851a-cd44-401f-a4ba-7674e5877407" providerId="AD" clId="Web-{4B42A98D-7ED7-DCB1-19FF-23A04DB6B45C}" dt="2026-08-24T01:20:33.973" v="33"/>
          <ac:picMkLst>
            <pc:docMk/>
            <pc:sldMk cId="2172216440" sldId="1541"/>
            <ac:picMk id="12" creationId="{41498001-6A99-A6DB-F76D-E38286450F36}"/>
          </ac:picMkLst>
        </pc:picChg>
      </pc:sldChg>
      <pc:sldChg chg="addSp delSp modSp">
        <pc:chgData name="Kumar,Ashni" userId="S::apk66@drexel.edu::c1cd851a-cd44-401f-a4ba-7674e5877407" providerId="AD" clId="Web-{4B42A98D-7ED7-DCB1-19FF-23A04DB6B45C}" dt="2026-08-24T02:17:20.860" v="422" actId="1076"/>
        <pc:sldMkLst>
          <pc:docMk/>
          <pc:sldMk cId="941641167" sldId="1544"/>
        </pc:sldMkLst>
        <pc:spChg chg="del mod">
          <ac:chgData name="Kumar,Ashni" userId="S::apk66@drexel.edu::c1cd851a-cd44-401f-a4ba-7674e5877407" providerId="AD" clId="Web-{4B42A98D-7ED7-DCB1-19FF-23A04DB6B45C}" dt="2026-08-24T02:01:41.011" v="71"/>
          <ac:spMkLst>
            <pc:docMk/>
            <pc:sldMk cId="941641167" sldId="1544"/>
            <ac:spMk id="2" creationId="{F88452C4-D014-2FF3-CD7E-CDFB64960EA0}"/>
          </ac:spMkLst>
        </pc:spChg>
        <pc:spChg chg="mod">
          <ac:chgData name="Kumar,Ashni" userId="S::apk66@drexel.edu::c1cd851a-cd44-401f-a4ba-7674e5877407" providerId="AD" clId="Web-{4B42A98D-7ED7-DCB1-19FF-23A04DB6B45C}" dt="2026-08-24T02:17:20.860" v="422" actId="1076"/>
          <ac:spMkLst>
            <pc:docMk/>
            <pc:sldMk cId="941641167" sldId="1544"/>
            <ac:spMk id="4" creationId="{835842B8-B09B-5556-976F-911D96C85FF3}"/>
          </ac:spMkLst>
        </pc:spChg>
        <pc:spChg chg="add del mod">
          <ac:chgData name="Kumar,Ashni" userId="S::apk66@drexel.edu::c1cd851a-cd44-401f-a4ba-7674e5877407" providerId="AD" clId="Web-{4B42A98D-7ED7-DCB1-19FF-23A04DB6B45C}" dt="2026-08-24T02:01:49.589" v="75"/>
          <ac:spMkLst>
            <pc:docMk/>
            <pc:sldMk cId="941641167" sldId="1544"/>
            <ac:spMk id="6" creationId="{A1BBCFC7-B3AB-F57A-3E72-ED9BCD31C14A}"/>
          </ac:spMkLst>
        </pc:spChg>
        <pc:spChg chg="del mod">
          <ac:chgData name="Kumar,Ashni" userId="S::apk66@drexel.edu::c1cd851a-cd44-401f-a4ba-7674e5877407" providerId="AD" clId="Web-{4B42A98D-7ED7-DCB1-19FF-23A04DB6B45C}" dt="2026-08-24T02:01:44.323" v="73"/>
          <ac:spMkLst>
            <pc:docMk/>
            <pc:sldMk cId="941641167" sldId="1544"/>
            <ac:spMk id="7" creationId="{79014198-614B-82CC-5C14-1D4491B1C8A3}"/>
          </ac:spMkLst>
        </pc:spChg>
      </pc:sldChg>
      <pc:sldChg chg="modSp">
        <pc:chgData name="Kumar,Ashni" userId="S::apk66@drexel.edu::c1cd851a-cd44-401f-a4ba-7674e5877407" providerId="AD" clId="Web-{4B42A98D-7ED7-DCB1-19FF-23A04DB6B45C}" dt="2026-08-24T01:12:39.429" v="13" actId="1076"/>
        <pc:sldMkLst>
          <pc:docMk/>
          <pc:sldMk cId="3141196375" sldId="1547"/>
        </pc:sldMkLst>
        <pc:spChg chg="mod">
          <ac:chgData name="Kumar,Ashni" userId="S::apk66@drexel.edu::c1cd851a-cd44-401f-a4ba-7674e5877407" providerId="AD" clId="Web-{4B42A98D-7ED7-DCB1-19FF-23A04DB6B45C}" dt="2026-08-24T01:12:39.429" v="13" actId="1076"/>
          <ac:spMkLst>
            <pc:docMk/>
            <pc:sldMk cId="3141196375" sldId="1547"/>
            <ac:spMk id="5" creationId="{F9E0FF49-982B-08AA-0887-5C6549E2E67B}"/>
          </ac:spMkLst>
        </pc:spChg>
        <pc:spChg chg="mod">
          <ac:chgData name="Kumar,Ashni" userId="S::apk66@drexel.edu::c1cd851a-cd44-401f-a4ba-7674e5877407" providerId="AD" clId="Web-{4B42A98D-7ED7-DCB1-19FF-23A04DB6B45C}" dt="2026-08-24T01:12:35.882" v="12" actId="1076"/>
          <ac:spMkLst>
            <pc:docMk/>
            <pc:sldMk cId="3141196375" sldId="1547"/>
            <ac:spMk id="14" creationId="{7E6816AC-3E14-3C97-410B-CFA60C985EB6}"/>
          </ac:spMkLst>
        </pc:spChg>
      </pc:sldChg>
      <pc:sldChg chg="modSp">
        <pc:chgData name="Kumar,Ashni" userId="S::apk66@drexel.edu::c1cd851a-cd44-401f-a4ba-7674e5877407" providerId="AD" clId="Web-{4B42A98D-7ED7-DCB1-19FF-23A04DB6B45C}" dt="2026-08-24T01:13:50.949" v="23" actId="20577"/>
        <pc:sldMkLst>
          <pc:docMk/>
          <pc:sldMk cId="621706533" sldId="1548"/>
        </pc:sldMkLst>
        <pc:spChg chg="mod">
          <ac:chgData name="Kumar,Ashni" userId="S::apk66@drexel.edu::c1cd851a-cd44-401f-a4ba-7674e5877407" providerId="AD" clId="Web-{4B42A98D-7ED7-DCB1-19FF-23A04DB6B45C}" dt="2026-08-24T01:13:50.949" v="23" actId="20577"/>
          <ac:spMkLst>
            <pc:docMk/>
            <pc:sldMk cId="621706533" sldId="1548"/>
            <ac:spMk id="14" creationId="{4EB5F2A9-E52B-FD55-55BB-35E40FE1FD5F}"/>
          </ac:spMkLst>
        </pc:spChg>
      </pc:sldChg>
      <pc:sldChg chg="delSp modSp">
        <pc:chgData name="Kumar,Ashni" userId="S::apk66@drexel.edu::c1cd851a-cd44-401f-a4ba-7674e5877407" providerId="AD" clId="Web-{4B42A98D-7ED7-DCB1-19FF-23A04DB6B45C}" dt="2026-08-24T02:10:25.084" v="416"/>
        <pc:sldMkLst>
          <pc:docMk/>
          <pc:sldMk cId="888656854" sldId="1549"/>
        </pc:sldMkLst>
        <pc:spChg chg="del mod">
          <ac:chgData name="Kumar,Ashni" userId="S::apk66@drexel.edu::c1cd851a-cd44-401f-a4ba-7674e5877407" providerId="AD" clId="Web-{4B42A98D-7ED7-DCB1-19FF-23A04DB6B45C}" dt="2026-08-24T01:11:55.395" v="2"/>
          <ac:spMkLst>
            <pc:docMk/>
            <pc:sldMk cId="888656854" sldId="1549"/>
            <ac:spMk id="5" creationId="{C69CCC9C-9ACF-3E00-6601-F86627A9971C}"/>
          </ac:spMkLst>
        </pc:spChg>
        <pc:spChg chg="mod">
          <ac:chgData name="Kumar,Ashni" userId="S::apk66@drexel.edu::c1cd851a-cd44-401f-a4ba-7674e5877407" providerId="AD" clId="Web-{4B42A98D-7ED7-DCB1-19FF-23A04DB6B45C}" dt="2026-08-24T02:06:03.927" v="84" actId="1076"/>
          <ac:spMkLst>
            <pc:docMk/>
            <pc:sldMk cId="888656854" sldId="1549"/>
            <ac:spMk id="11" creationId="{18C55DAE-4ABF-B561-13F1-6BF7DFDE9A4D}"/>
          </ac:spMkLst>
        </pc:spChg>
        <pc:graphicFrameChg chg="mod modGraphic">
          <ac:chgData name="Kumar,Ashni" userId="S::apk66@drexel.edu::c1cd851a-cd44-401f-a4ba-7674e5877407" providerId="AD" clId="Web-{4B42A98D-7ED7-DCB1-19FF-23A04DB6B45C}" dt="2026-08-24T02:10:25.084" v="416"/>
          <ac:graphicFrameMkLst>
            <pc:docMk/>
            <pc:sldMk cId="888656854" sldId="1549"/>
            <ac:graphicFrameMk id="15" creationId="{1B883FCC-76E5-FDA1-2800-CB6001675019}"/>
          </ac:graphicFrameMkLst>
        </pc:graphicFrameChg>
      </pc:sldChg>
      <pc:sldChg chg="addSp delSp modSp">
        <pc:chgData name="Kumar,Ashni" userId="S::apk66@drexel.edu::c1cd851a-cd44-401f-a4ba-7674e5877407" providerId="AD" clId="Web-{4B42A98D-7ED7-DCB1-19FF-23A04DB6B45C}" dt="2026-08-24T02:04:25.091" v="81" actId="1076"/>
        <pc:sldMkLst>
          <pc:docMk/>
          <pc:sldMk cId="912521700" sldId="1550"/>
        </pc:sldMkLst>
        <pc:spChg chg="del mod">
          <ac:chgData name="Kumar,Ashni" userId="S::apk66@drexel.edu::c1cd851a-cd44-401f-a4ba-7674e5877407" providerId="AD" clId="Web-{4B42A98D-7ED7-DCB1-19FF-23A04DB6B45C}" dt="2026-08-24T01:12:03.615" v="5"/>
          <ac:spMkLst>
            <pc:docMk/>
            <pc:sldMk cId="912521700" sldId="1550"/>
            <ac:spMk id="3" creationId="{1D614066-A051-C658-3049-9A47E0FCBB53}"/>
          </ac:spMkLst>
        </pc:spChg>
        <pc:spChg chg="add del mod">
          <ac:chgData name="Kumar,Ashni" userId="S::apk66@drexel.edu::c1cd851a-cd44-401f-a4ba-7674e5877407" providerId="AD" clId="Web-{4B42A98D-7ED7-DCB1-19FF-23A04DB6B45C}" dt="2026-08-24T02:04:16.122" v="79"/>
          <ac:spMkLst>
            <pc:docMk/>
            <pc:sldMk cId="912521700" sldId="1550"/>
            <ac:spMk id="3" creationId="{BAE74878-A61A-FBBE-7D59-162DCC1DFCCC}"/>
          </ac:spMkLst>
        </pc:spChg>
        <pc:picChg chg="add mod">
          <ac:chgData name="Kumar,Ashni" userId="S::apk66@drexel.edu::c1cd851a-cd44-401f-a4ba-7674e5877407" providerId="AD" clId="Web-{4B42A98D-7ED7-DCB1-19FF-23A04DB6B45C}" dt="2026-08-24T02:04:25.091" v="81" actId="1076"/>
          <ac:picMkLst>
            <pc:docMk/>
            <pc:sldMk cId="912521700" sldId="1550"/>
            <ac:picMk id="6" creationId="{F2A845B8-8567-0F51-D639-5535F3BD4C59}"/>
          </ac:picMkLst>
        </pc:picChg>
        <pc:picChg chg="del mod">
          <ac:chgData name="Kumar,Ashni" userId="S::apk66@drexel.edu::c1cd851a-cd44-401f-a4ba-7674e5877407" providerId="AD" clId="Web-{4B42A98D-7ED7-DCB1-19FF-23A04DB6B45C}" dt="2026-08-24T02:04:13.622" v="77"/>
          <ac:picMkLst>
            <pc:docMk/>
            <pc:sldMk cId="912521700" sldId="1550"/>
            <ac:picMk id="12" creationId="{16425F04-3C66-A86C-8AEC-3CBC7578E95D}"/>
          </ac:picMkLst>
        </pc:picChg>
      </pc:sldChg>
      <pc:sldChg chg="modSp">
        <pc:chgData name="Kumar,Ashni" userId="S::apk66@drexel.edu::c1cd851a-cd44-401f-a4ba-7674e5877407" providerId="AD" clId="Web-{4B42A98D-7ED7-DCB1-19FF-23A04DB6B45C}" dt="2026-08-24T01:14:02.559" v="25" actId="20577"/>
        <pc:sldMkLst>
          <pc:docMk/>
          <pc:sldMk cId="558678156" sldId="1551"/>
        </pc:sldMkLst>
        <pc:spChg chg="mod">
          <ac:chgData name="Kumar,Ashni" userId="S::apk66@drexel.edu::c1cd851a-cd44-401f-a4ba-7674e5877407" providerId="AD" clId="Web-{4B42A98D-7ED7-DCB1-19FF-23A04DB6B45C}" dt="2026-08-24T01:14:02.559" v="25" actId="20577"/>
          <ac:spMkLst>
            <pc:docMk/>
            <pc:sldMk cId="558678156" sldId="1551"/>
            <ac:spMk id="14" creationId="{49D3AE44-C7EA-7EB8-9483-2A0ED9456AEE}"/>
          </ac:spMkLst>
        </pc:spChg>
      </pc:sldChg>
    </pc:docChg>
  </pc:docChgLst>
  <pc:docChgLst>
    <pc:chgData name="Zheng,Flora" userId="S::fz73@drexel.edu::f516f86b-6bd7-4be8-a759-990e21325b79" providerId="AD" clId="Web-{C4DC2F53-DBA2-CCCF-8746-D5F558529BDC}"/>
    <pc:docChg chg="modSld">
      <pc:chgData name="Zheng,Flora" userId="S::fz73@drexel.edu::f516f86b-6bd7-4be8-a759-990e21325b79" providerId="AD" clId="Web-{C4DC2F53-DBA2-CCCF-8746-D5F558529BDC}" dt="2026-08-18T19:22:41.570" v="0" actId="14100"/>
      <pc:docMkLst>
        <pc:docMk/>
      </pc:docMkLst>
      <pc:sldChg chg="modSp">
        <pc:chgData name="Zheng,Flora" userId="S::fz73@drexel.edu::f516f86b-6bd7-4be8-a759-990e21325b79" providerId="AD" clId="Web-{C4DC2F53-DBA2-CCCF-8746-D5F558529BDC}" dt="2026-08-18T19:22:41.570" v="0" actId="14100"/>
        <pc:sldMkLst>
          <pc:docMk/>
          <pc:sldMk cId="1369385929" sldId="1519"/>
        </pc:sldMkLst>
        <pc:picChg chg="mod">
          <ac:chgData name="Zheng,Flora" userId="S::fz73@drexel.edu::f516f86b-6bd7-4be8-a759-990e21325b79" providerId="AD" clId="Web-{C4DC2F53-DBA2-CCCF-8746-D5F558529BDC}" dt="2026-08-18T19:22:41.570" v="0" actId="14100"/>
          <ac:picMkLst>
            <pc:docMk/>
            <pc:sldMk cId="1369385929" sldId="1519"/>
            <ac:picMk id="13" creationId="{F9DB484A-0F6D-AA40-DDC0-A88846E22399}"/>
          </ac:picMkLst>
        </pc:picChg>
      </pc:sldChg>
    </pc:docChg>
  </pc:docChgLst>
  <pc:docChgLst>
    <pc:chgData name="Zheng,Flora" userId="S::fz73@drexel.edu::f516f86b-6bd7-4be8-a759-990e21325b79" providerId="AD" clId="Web-{7203F5C2-231A-C729-7112-F763B8F9FCBD}"/>
    <pc:docChg chg="delSld modSld sldOrd">
      <pc:chgData name="Zheng,Flora" userId="S::fz73@drexel.edu::f516f86b-6bd7-4be8-a759-990e21325b79" providerId="AD" clId="Web-{7203F5C2-231A-C729-7112-F763B8F9FCBD}" dt="2026-08-20T20:03:21.917" v="20"/>
      <pc:docMkLst>
        <pc:docMk/>
      </pc:docMkLst>
      <pc:sldChg chg="ord">
        <pc:chgData name="Zheng,Flora" userId="S::fz73@drexel.edu::f516f86b-6bd7-4be8-a759-990e21325b79" providerId="AD" clId="Web-{7203F5C2-231A-C729-7112-F763B8F9FCBD}" dt="2026-08-20T19:22:07.659" v="11"/>
        <pc:sldMkLst>
          <pc:docMk/>
          <pc:sldMk cId="2172216440" sldId="1541"/>
        </pc:sldMkLst>
      </pc:sldChg>
    </pc:docChg>
  </pc:docChgLst>
  <pc:docChgLst>
    <pc:chgData name="Kumar,Ashni" userId="S::apk66@drexel.edu::c1cd851a-cd44-401f-a4ba-7674e5877407" providerId="AD" clId="Web-{E9858E17-C30B-B810-A86A-F3BADE7AB45C}"/>
    <pc:docChg chg="modSld">
      <pc:chgData name="Kumar,Ashni" userId="S::apk66@drexel.edu::c1cd851a-cd44-401f-a4ba-7674e5877407" providerId="AD" clId="Web-{E9858E17-C30B-B810-A86A-F3BADE7AB45C}" dt="2026-08-25T17:53:09.571" v="2"/>
      <pc:docMkLst>
        <pc:docMk/>
      </pc:docMkLst>
      <pc:sldChg chg="modNotes">
        <pc:chgData name="Kumar,Ashni" userId="S::apk66@drexel.edu::c1cd851a-cd44-401f-a4ba-7674e5877407" providerId="AD" clId="Web-{E9858E17-C30B-B810-A86A-F3BADE7AB45C}" dt="2026-08-25T17:53:09.571" v="2"/>
        <pc:sldMkLst>
          <pc:docMk/>
          <pc:sldMk cId="3141196375" sldId="1547"/>
        </pc:sldMkLst>
      </pc:sldChg>
    </pc:docChg>
  </pc:docChgLst>
  <pc:docChgLst>
    <pc:chgData clId="Web-{E9858E17-C30B-B810-A86A-F3BADE7AB45C}"/>
    <pc:docChg chg="modSld">
      <pc:chgData name="" userId="" providerId="" clId="Web-{E9858E17-C30B-B810-A86A-F3BADE7AB45C}" dt="2026-08-25T17:05:00.246" v="0" actId="20577"/>
      <pc:docMkLst>
        <pc:docMk/>
      </pc:docMkLst>
      <pc:sldChg chg="modSp">
        <pc:chgData name="" userId="" providerId="" clId="Web-{E9858E17-C30B-B810-A86A-F3BADE7AB45C}" dt="2026-08-25T17:05:00.246" v="0" actId="20577"/>
        <pc:sldMkLst>
          <pc:docMk/>
          <pc:sldMk cId="3141196375" sldId="1547"/>
        </pc:sldMkLst>
        <pc:spChg chg="mod">
          <ac:chgData name="" userId="" providerId="" clId="Web-{E9858E17-C30B-B810-A86A-F3BADE7AB45C}" dt="2026-08-25T17:05:00.246" v="0" actId="20577"/>
          <ac:spMkLst>
            <pc:docMk/>
            <pc:sldMk cId="3141196375" sldId="1547"/>
            <ac:spMk id="5" creationId="{F9E0FF49-982B-08AA-0887-5C6549E2E67B}"/>
          </ac:spMkLst>
        </pc:spChg>
      </pc:sldChg>
    </pc:docChg>
  </pc:docChgLst>
  <pc:docChgLst>
    <pc:chgData name="Zheng,Flora" userId="f516f86b-6bd7-4be8-a759-990e21325b79" providerId="ADAL" clId="{778EA83D-209E-364A-9771-6EF6A02CE004}"/>
    <pc:docChg chg="custSel modSld">
      <pc:chgData name="Zheng,Flora" userId="f516f86b-6bd7-4be8-a759-990e21325b79" providerId="ADAL" clId="{778EA83D-209E-364A-9771-6EF6A02CE004}" dt="2026-08-25T17:17:02.800" v="53" actId="1076"/>
      <pc:docMkLst>
        <pc:docMk/>
      </pc:docMkLst>
      <pc:sldChg chg="modSp mod">
        <pc:chgData name="Zheng,Flora" userId="f516f86b-6bd7-4be8-a759-990e21325b79" providerId="ADAL" clId="{778EA83D-209E-364A-9771-6EF6A02CE004}" dt="2026-08-24T16:23:39.279" v="21" actId="1036"/>
        <pc:sldMkLst>
          <pc:docMk/>
          <pc:sldMk cId="1369385929" sldId="1519"/>
        </pc:sldMkLst>
        <pc:spChg chg="mod">
          <ac:chgData name="Zheng,Flora" userId="f516f86b-6bd7-4be8-a759-990e21325b79" providerId="ADAL" clId="{778EA83D-209E-364A-9771-6EF6A02CE004}" dt="2026-08-24T16:23:30.106" v="18" actId="14100"/>
          <ac:spMkLst>
            <pc:docMk/>
            <pc:sldMk cId="1369385929" sldId="1519"/>
            <ac:spMk id="3" creationId="{5D2AF3FA-87A9-9163-3213-65A6A97B1B29}"/>
          </ac:spMkLst>
        </pc:spChg>
        <pc:spChg chg="mod">
          <ac:chgData name="Zheng,Flora" userId="f516f86b-6bd7-4be8-a759-990e21325b79" providerId="ADAL" clId="{778EA83D-209E-364A-9771-6EF6A02CE004}" dt="2026-08-24T16:23:39.279" v="21" actId="1036"/>
          <ac:spMkLst>
            <pc:docMk/>
            <pc:sldMk cId="1369385929" sldId="1519"/>
            <ac:spMk id="6" creationId="{6F3B333A-77E1-9CF2-4CB5-643D05CCC309}"/>
          </ac:spMkLst>
        </pc:spChg>
      </pc:sldChg>
      <pc:sldChg chg="modSp mod">
        <pc:chgData name="Zheng,Flora" userId="f516f86b-6bd7-4be8-a759-990e21325b79" providerId="ADAL" clId="{778EA83D-209E-364A-9771-6EF6A02CE004}" dt="2026-08-25T17:17:02.800" v="53" actId="1076"/>
        <pc:sldMkLst>
          <pc:docMk/>
          <pc:sldMk cId="1320672604" sldId="1538"/>
        </pc:sldMkLst>
        <pc:spChg chg="mod">
          <ac:chgData name="Zheng,Flora" userId="f516f86b-6bd7-4be8-a759-990e21325b79" providerId="ADAL" clId="{778EA83D-209E-364A-9771-6EF6A02CE004}" dt="2026-08-24T16:24:20.566" v="26" actId="5793"/>
          <ac:spMkLst>
            <pc:docMk/>
            <pc:sldMk cId="1320672604" sldId="1538"/>
            <ac:spMk id="5" creationId="{35872D36-34E4-3C95-E20D-11ECB3135804}"/>
          </ac:spMkLst>
        </pc:spChg>
        <pc:picChg chg="mod modCrop">
          <ac:chgData name="Zheng,Flora" userId="f516f86b-6bd7-4be8-a759-990e21325b79" providerId="ADAL" clId="{778EA83D-209E-364A-9771-6EF6A02CE004}" dt="2026-08-25T17:17:02.800" v="53" actId="1076"/>
          <ac:picMkLst>
            <pc:docMk/>
            <pc:sldMk cId="1320672604" sldId="1538"/>
            <ac:picMk id="2" creationId="{E0BA270D-8DEF-21C5-855C-A4299D0EBE80}"/>
          </ac:picMkLst>
        </pc:picChg>
      </pc:sldChg>
      <pc:sldChg chg="modSp mod">
        <pc:chgData name="Zheng,Flora" userId="f516f86b-6bd7-4be8-a759-990e21325b79" providerId="ADAL" clId="{778EA83D-209E-364A-9771-6EF6A02CE004}" dt="2026-08-24T16:25:51.092" v="44" actId="1038"/>
        <pc:sldMkLst>
          <pc:docMk/>
          <pc:sldMk cId="2172216440" sldId="1541"/>
        </pc:sldMkLst>
        <pc:spChg chg="mod">
          <ac:chgData name="Zheng,Flora" userId="f516f86b-6bd7-4be8-a759-990e21325b79" providerId="ADAL" clId="{778EA83D-209E-364A-9771-6EF6A02CE004}" dt="2026-08-24T16:25:51.092" v="44" actId="1038"/>
          <ac:spMkLst>
            <pc:docMk/>
            <pc:sldMk cId="2172216440" sldId="1541"/>
            <ac:spMk id="5" creationId="{55BDC849-5868-6D24-1744-0DA71375D6C7}"/>
          </ac:spMkLst>
        </pc:spChg>
        <pc:spChg chg="mod">
          <ac:chgData name="Zheng,Flora" userId="f516f86b-6bd7-4be8-a759-990e21325b79" providerId="ADAL" clId="{778EA83D-209E-364A-9771-6EF6A02CE004}" dt="2026-08-24T16:24:43.542" v="29" actId="1076"/>
          <ac:spMkLst>
            <pc:docMk/>
            <pc:sldMk cId="2172216440" sldId="1541"/>
            <ac:spMk id="14" creationId="{383260AA-BD77-1DF5-9CBD-31BBE49BA23E}"/>
          </ac:spMkLst>
        </pc:spChg>
      </pc:sldChg>
      <pc:sldChg chg="addSp delSp modSp mod modClrScheme chgLayout">
        <pc:chgData name="Zheng,Flora" userId="f516f86b-6bd7-4be8-a759-990e21325b79" providerId="ADAL" clId="{778EA83D-209E-364A-9771-6EF6A02CE004}" dt="2026-08-24T16:23:12.591" v="15" actId="20577"/>
        <pc:sldMkLst>
          <pc:docMk/>
          <pc:sldMk cId="941641167" sldId="1544"/>
        </pc:sldMkLst>
        <pc:spChg chg="mod ord modVis">
          <ac:chgData name="Zheng,Flora" userId="f516f86b-6bd7-4be8-a759-990e21325b79" providerId="ADAL" clId="{778EA83D-209E-364A-9771-6EF6A02CE004}" dt="2026-08-24T16:22:56.573" v="7" actId="26606"/>
          <ac:spMkLst>
            <pc:docMk/>
            <pc:sldMk cId="941641167" sldId="1544"/>
            <ac:spMk id="3" creationId="{050861E7-ECE4-26EE-B175-586A9701BF28}"/>
          </ac:spMkLst>
        </pc:spChg>
        <pc:spChg chg="mod">
          <ac:chgData name="Zheng,Flora" userId="f516f86b-6bd7-4be8-a759-990e21325b79" providerId="ADAL" clId="{778EA83D-209E-364A-9771-6EF6A02CE004}" dt="2026-08-24T16:23:12.591" v="15" actId="20577"/>
          <ac:spMkLst>
            <pc:docMk/>
            <pc:sldMk cId="941641167" sldId="1544"/>
            <ac:spMk id="4" creationId="{835842B8-B09B-5556-976F-911D96C85FF3}"/>
          </ac:spMkLst>
        </pc:spChg>
        <pc:spChg chg="add del mod">
          <ac:chgData name="Zheng,Flora" userId="f516f86b-6bd7-4be8-a759-990e21325b79" providerId="ADAL" clId="{778EA83D-209E-364A-9771-6EF6A02CE004}" dt="2026-08-24T16:23:00.454" v="8" actId="478"/>
          <ac:spMkLst>
            <pc:docMk/>
            <pc:sldMk cId="941641167" sldId="1544"/>
            <ac:spMk id="10" creationId="{E455B961-AFB9-4E8E-AEFC-CFF70F6466BC}"/>
          </ac:spMkLst>
        </pc:spChg>
        <pc:spChg chg="add del mod">
          <ac:chgData name="Zheng,Flora" userId="f516f86b-6bd7-4be8-a759-990e21325b79" providerId="ADAL" clId="{778EA83D-209E-364A-9771-6EF6A02CE004}" dt="2026-08-24T16:23:09.265" v="10" actId="478"/>
          <ac:spMkLst>
            <pc:docMk/>
            <pc:sldMk cId="941641167" sldId="1544"/>
            <ac:spMk id="13" creationId="{557EE958-3A6C-70B3-987D-843180950ED5}"/>
          </ac:spMkLst>
        </pc:spChg>
        <pc:picChg chg="add mod">
          <ac:chgData name="Zheng,Flora" userId="f516f86b-6bd7-4be8-a759-990e21325b79" providerId="ADAL" clId="{778EA83D-209E-364A-9771-6EF6A02CE004}" dt="2026-08-24T16:23:05.227" v="9" actId="26606"/>
          <ac:picMkLst>
            <pc:docMk/>
            <pc:sldMk cId="941641167" sldId="1544"/>
            <ac:picMk id="8" creationId="{7075937F-E0AC-47C4-F11D-8AEFAAB3B49F}"/>
          </ac:picMkLst>
        </pc:picChg>
      </pc:sldChg>
      <pc:sldChg chg="modSp mod">
        <pc:chgData name="Zheng,Flora" userId="f516f86b-6bd7-4be8-a759-990e21325b79" providerId="ADAL" clId="{778EA83D-209E-364A-9771-6EF6A02CE004}" dt="2026-08-24T16:26:05.706" v="50" actId="1076"/>
        <pc:sldMkLst>
          <pc:docMk/>
          <pc:sldMk cId="3141196375" sldId="1547"/>
        </pc:sldMkLst>
        <pc:spChg chg="mod">
          <ac:chgData name="Zheng,Flora" userId="f516f86b-6bd7-4be8-a759-990e21325b79" providerId="ADAL" clId="{778EA83D-209E-364A-9771-6EF6A02CE004}" dt="2026-08-24T16:25:58.020" v="45" actId="14100"/>
          <ac:spMkLst>
            <pc:docMk/>
            <pc:sldMk cId="3141196375" sldId="1547"/>
            <ac:spMk id="5" creationId="{F9E0FF49-982B-08AA-0887-5C6549E2E67B}"/>
          </ac:spMkLst>
        </pc:spChg>
        <pc:spChg chg="mod">
          <ac:chgData name="Zheng,Flora" userId="f516f86b-6bd7-4be8-a759-990e21325b79" providerId="ADAL" clId="{778EA83D-209E-364A-9771-6EF6A02CE004}" dt="2026-08-24T16:26:05.706" v="50" actId="1076"/>
          <ac:spMkLst>
            <pc:docMk/>
            <pc:sldMk cId="3141196375" sldId="1547"/>
            <ac:spMk id="14" creationId="{7E6816AC-3E14-3C97-410B-CFA60C985EB6}"/>
          </ac:spMkLst>
        </pc:spChg>
      </pc:sldChg>
      <pc:sldChg chg="modSp mod">
        <pc:chgData name="Zheng,Flora" userId="f516f86b-6bd7-4be8-a759-990e21325b79" providerId="ADAL" clId="{778EA83D-209E-364A-9771-6EF6A02CE004}" dt="2026-08-24T16:26:26.696" v="51" actId="1076"/>
        <pc:sldMkLst>
          <pc:docMk/>
          <pc:sldMk cId="888656854" sldId="1549"/>
        </pc:sldMkLst>
        <pc:spChg chg="mod">
          <ac:chgData name="Zheng,Flora" userId="f516f86b-6bd7-4be8-a759-990e21325b79" providerId="ADAL" clId="{778EA83D-209E-364A-9771-6EF6A02CE004}" dt="2026-08-24T16:26:26.696" v="51" actId="1076"/>
          <ac:spMkLst>
            <pc:docMk/>
            <pc:sldMk cId="888656854" sldId="1549"/>
            <ac:spMk id="11" creationId="{18C55DAE-4ABF-B561-13F1-6BF7DFDE9A4D}"/>
          </ac:spMkLst>
        </pc:spChg>
      </pc:sldChg>
      <pc:sldChg chg="modSp mod">
        <pc:chgData name="Zheng,Flora" userId="f516f86b-6bd7-4be8-a759-990e21325b79" providerId="ADAL" clId="{778EA83D-209E-364A-9771-6EF6A02CE004}" dt="2026-08-24T16:25:20.003" v="35" actId="403"/>
        <pc:sldMkLst>
          <pc:docMk/>
          <pc:sldMk cId="912521700" sldId="1550"/>
        </pc:sldMkLst>
        <pc:spChg chg="mod">
          <ac:chgData name="Zheng,Flora" userId="f516f86b-6bd7-4be8-a759-990e21325b79" providerId="ADAL" clId="{778EA83D-209E-364A-9771-6EF6A02CE004}" dt="2026-08-24T16:25:20.003" v="35" actId="403"/>
          <ac:spMkLst>
            <pc:docMk/>
            <pc:sldMk cId="912521700" sldId="1550"/>
            <ac:spMk id="5" creationId="{7667565A-153F-08D9-D39B-5D3468C80915}"/>
          </ac:spMkLst>
        </pc:spChg>
        <pc:spChg chg="mod">
          <ac:chgData name="Zheng,Flora" userId="f516f86b-6bd7-4be8-a759-990e21325b79" providerId="ADAL" clId="{778EA83D-209E-364A-9771-6EF6A02CE004}" dt="2026-08-24T16:25:08.589" v="32" actId="1076"/>
          <ac:spMkLst>
            <pc:docMk/>
            <pc:sldMk cId="912521700" sldId="1550"/>
            <ac:spMk id="14" creationId="{330BC94A-47FC-F4AB-EEEE-EEE5502C0C9E}"/>
          </ac:spMkLst>
        </pc:spChg>
      </pc:sldChg>
      <pc:sldChg chg="modSp mod">
        <pc:chgData name="Zheng,Flora" userId="f516f86b-6bd7-4be8-a759-990e21325b79" providerId="ADAL" clId="{778EA83D-209E-364A-9771-6EF6A02CE004}" dt="2026-08-24T16:22:40.019" v="6" actId="20577"/>
        <pc:sldMkLst>
          <pc:docMk/>
          <pc:sldMk cId="558678156" sldId="1551"/>
        </pc:sldMkLst>
        <pc:spChg chg="mod">
          <ac:chgData name="Zheng,Flora" userId="f516f86b-6bd7-4be8-a759-990e21325b79" providerId="ADAL" clId="{778EA83D-209E-364A-9771-6EF6A02CE004}" dt="2026-08-24T16:22:40.019" v="6" actId="20577"/>
          <ac:spMkLst>
            <pc:docMk/>
            <pc:sldMk cId="558678156" sldId="1551"/>
            <ac:spMk id="5" creationId="{F3CBEDCA-7FC3-BB8A-6880-D3F0E319E910}"/>
          </ac:spMkLst>
        </pc:spChg>
        <pc:spChg chg="mod">
          <ac:chgData name="Zheng,Flora" userId="f516f86b-6bd7-4be8-a759-990e21325b79" providerId="ADAL" clId="{778EA83D-209E-364A-9771-6EF6A02CE004}" dt="2026-08-24T16:22:32.770" v="4" actId="403"/>
          <ac:spMkLst>
            <pc:docMk/>
            <pc:sldMk cId="558678156" sldId="1551"/>
            <ac:spMk id="14" creationId="{49D3AE44-C7EA-7EB8-9483-2A0ED9456AEE}"/>
          </ac:spMkLst>
        </pc:spChg>
      </pc:sldChg>
    </pc:docChg>
  </pc:docChgLst>
  <pc:docChgLst>
    <pc:chgData name="Kumar,Ashni" userId="S::apk66@drexel.edu::c1cd851a-cd44-401f-a4ba-7674e5877407" providerId="AD" clId="Web-{A0E8FA6A-318E-2295-1521-CDD030502369}"/>
    <pc:docChg chg="addSld modSld sldOrd">
      <pc:chgData name="Kumar,Ashni" userId="S::apk66@drexel.edu::c1cd851a-cd44-401f-a4ba-7674e5877407" providerId="AD" clId="Web-{A0E8FA6A-318E-2295-1521-CDD030502369}" dt="2026-08-20T19:07:28.605" v="147"/>
      <pc:docMkLst>
        <pc:docMk/>
      </pc:docMkLst>
    </pc:docChg>
  </pc:docChgLst>
  <pc:docChgLst>
    <pc:chgData name="Kumar,Ashni" userId="S::apk66@drexel.edu::c1cd851a-cd44-401f-a4ba-7674e5877407" providerId="AD" clId="Web-{00000000-0000-0000-0000-000000000000}"/>
    <pc:docChg chg="modSld">
      <pc:chgData name="Kumar,Ashni" userId="S::apk66@drexel.edu::c1cd851a-cd44-401f-a4ba-7674e5877407" providerId="AD" clId="Web-{00000000-0000-0000-0000-000000000000}" dt="2026-08-25T16:42:24.221" v="26" actId="20577"/>
      <pc:docMkLst>
        <pc:docMk/>
      </pc:docMkLst>
      <pc:sldChg chg="modSp">
        <pc:chgData name="Kumar,Ashni" userId="S::apk66@drexel.edu::c1cd851a-cd44-401f-a4ba-7674e5877407" providerId="AD" clId="Web-{00000000-0000-0000-0000-000000000000}" dt="2026-08-25T16:42:24.221" v="26" actId="20577"/>
        <pc:sldMkLst>
          <pc:docMk/>
          <pc:sldMk cId="3141196375" sldId="1547"/>
        </pc:sldMkLst>
        <pc:spChg chg="mod">
          <ac:chgData name="Kumar,Ashni" userId="S::apk66@drexel.edu::c1cd851a-cd44-401f-a4ba-7674e5877407" providerId="AD" clId="Web-{00000000-0000-0000-0000-000000000000}" dt="2026-08-25T16:42:24.221" v="26" actId="20577"/>
          <ac:spMkLst>
            <pc:docMk/>
            <pc:sldMk cId="3141196375" sldId="1547"/>
            <ac:spMk id="5" creationId="{F9E0FF49-982B-08AA-0887-5C6549E2E67B}"/>
          </ac:spMkLst>
        </pc:spChg>
      </pc:sldChg>
    </pc:docChg>
  </pc:docChgLst>
  <pc:docChgLst>
    <pc:chgData name="Truong,Bao Han" userId="S::bt598@drexel.edu::51271ba7-6653-4486-ad69-95a5255e2f7e" providerId="AD" clId="Web-{54B0DDD8-6A0A-D4DB-25F5-07E7B97CD261}"/>
    <pc:docChg chg="modSld">
      <pc:chgData name="Truong,Bao Han" userId="S::bt598@drexel.edu::51271ba7-6653-4486-ad69-95a5255e2f7e" providerId="AD" clId="Web-{54B0DDD8-6A0A-D4DB-25F5-07E7B97CD261}" dt="2026-08-20T18:05:13.100" v="3" actId="20577"/>
      <pc:docMkLst>
        <pc:docMk/>
      </pc:docMkLst>
      <pc:sldChg chg="modSp">
        <pc:chgData name="Truong,Bao Han" userId="S::bt598@drexel.edu::51271ba7-6653-4486-ad69-95a5255e2f7e" providerId="AD" clId="Web-{54B0DDD8-6A0A-D4DB-25F5-07E7B97CD261}" dt="2026-08-20T18:05:13.100" v="3" actId="20577"/>
        <pc:sldMkLst>
          <pc:docMk/>
          <pc:sldMk cId="1369385929" sldId="1519"/>
        </pc:sldMkLst>
        <pc:spChg chg="mod">
          <ac:chgData name="Truong,Bao Han" userId="S::bt598@drexel.edu::51271ba7-6653-4486-ad69-95a5255e2f7e" providerId="AD" clId="Web-{54B0DDD8-6A0A-D4DB-25F5-07E7B97CD261}" dt="2026-08-20T18:05:13.100" v="3" actId="20577"/>
          <ac:spMkLst>
            <pc:docMk/>
            <pc:sldMk cId="1369385929" sldId="1519"/>
            <ac:spMk id="3" creationId="{5D2AF3FA-87A9-9163-3213-65A6A97B1B29}"/>
          </ac:spMkLst>
        </pc:spChg>
      </pc:sldChg>
    </pc:docChg>
  </pc:docChgLst>
  <pc:docChgLst>
    <pc:chgData name="Arya,Shreya" userId="S::sa3897@drexel.edu::05ca9fee-de5d-45e5-bbdd-a7703a418a3b" providerId="AD" clId="Web-{FD8AF4DD-8B38-381D-6236-450ECA3CADDB}"/>
    <pc:docChg chg="addSld delSld modSld">
      <pc:chgData name="Arya,Shreya" userId="S::sa3897@drexel.edu::05ca9fee-de5d-45e5-bbdd-a7703a418a3b" providerId="AD" clId="Web-{FD8AF4DD-8B38-381D-6236-450ECA3CADDB}" dt="2026-08-20T19:07:28.679" v="154" actId="20577"/>
      <pc:docMkLst>
        <pc:docMk/>
      </pc:docMkLst>
      <pc:sldChg chg="modSp">
        <pc:chgData name="Arya,Shreya" userId="S::sa3897@drexel.edu::05ca9fee-de5d-45e5-bbdd-a7703a418a3b" providerId="AD" clId="Web-{FD8AF4DD-8B38-381D-6236-450ECA3CADDB}" dt="2026-08-20T18:30:49.642" v="42" actId="20577"/>
        <pc:sldMkLst>
          <pc:docMk/>
          <pc:sldMk cId="1320672604" sldId="1538"/>
        </pc:sldMkLst>
        <pc:spChg chg="mod">
          <ac:chgData name="Arya,Shreya" userId="S::sa3897@drexel.edu::05ca9fee-de5d-45e5-bbdd-a7703a418a3b" providerId="AD" clId="Web-{FD8AF4DD-8B38-381D-6236-450ECA3CADDB}" dt="2026-08-20T18:30:49.642" v="42" actId="20577"/>
          <ac:spMkLst>
            <pc:docMk/>
            <pc:sldMk cId="1320672604" sldId="1538"/>
            <ac:spMk id="14" creationId="{EDD1CA39-2462-65AC-9478-EA9B600AA7AD}"/>
          </ac:spMkLst>
        </pc:spChg>
      </pc:sldChg>
      <pc:sldChg chg="modSp">
        <pc:chgData name="Arya,Shreya" userId="S::sa3897@drexel.edu::05ca9fee-de5d-45e5-bbdd-a7703a418a3b" providerId="AD" clId="Web-{FD8AF4DD-8B38-381D-6236-450ECA3CADDB}" dt="2026-08-20T19:07:28.679" v="154" actId="20577"/>
        <pc:sldMkLst>
          <pc:docMk/>
          <pc:sldMk cId="1640610629" sldId="1539"/>
        </pc:sldMkLst>
        <pc:spChg chg="mod">
          <ac:chgData name="Arya,Shreya" userId="S::sa3897@drexel.edu::05ca9fee-de5d-45e5-bbdd-a7703a418a3b" providerId="AD" clId="Web-{FD8AF4DD-8B38-381D-6236-450ECA3CADDB}" dt="2026-08-20T19:07:28.679" v="154" actId="20577"/>
          <ac:spMkLst>
            <pc:docMk/>
            <pc:sldMk cId="1640610629" sldId="1539"/>
            <ac:spMk id="6" creationId="{21BBB0CD-0B68-1056-857B-9CB9460BFFA0}"/>
          </ac:spMkLst>
        </pc:spChg>
        <pc:spChg chg="mod">
          <ac:chgData name="Arya,Shreya" userId="S::sa3897@drexel.edu::05ca9fee-de5d-45e5-bbdd-a7703a418a3b" providerId="AD" clId="Web-{FD8AF4DD-8B38-381D-6236-450ECA3CADDB}" dt="2026-08-20T18:30:34.251" v="22" actId="20577"/>
          <ac:spMkLst>
            <pc:docMk/>
            <pc:sldMk cId="1640610629" sldId="1539"/>
            <ac:spMk id="7" creationId="{85FE40C1-5CCB-20D7-1C24-4FFE916D42E5}"/>
          </ac:spMkLst>
        </pc:spChg>
      </pc:sldChg>
      <pc:sldChg chg="modSp add replId">
        <pc:chgData name="Arya,Shreya" userId="S::sa3897@drexel.edu::05ca9fee-de5d-45e5-bbdd-a7703a418a3b" providerId="AD" clId="Web-{FD8AF4DD-8B38-381D-6236-450ECA3CADDB}" dt="2026-08-20T18:31:05.704" v="55" actId="20577"/>
        <pc:sldMkLst>
          <pc:docMk/>
          <pc:sldMk cId="2172216440" sldId="1541"/>
        </pc:sldMkLst>
        <pc:spChg chg="mod">
          <ac:chgData name="Arya,Shreya" userId="S::sa3897@drexel.edu::05ca9fee-de5d-45e5-bbdd-a7703a418a3b" providerId="AD" clId="Web-{FD8AF4DD-8B38-381D-6236-450ECA3CADDB}" dt="2026-08-20T18:31:05.704" v="55" actId="20577"/>
          <ac:spMkLst>
            <pc:docMk/>
            <pc:sldMk cId="2172216440" sldId="1541"/>
            <ac:spMk id="14" creationId="{383260AA-BD77-1DF5-9CBD-31BBE49BA23E}"/>
          </ac:spMkLst>
        </pc:spChg>
      </pc:sldChg>
      <pc:sldChg chg="modSp add replId">
        <pc:chgData name="Arya,Shreya" userId="S::sa3897@drexel.edu::05ca9fee-de5d-45e5-bbdd-a7703a418a3b" providerId="AD" clId="Web-{FD8AF4DD-8B38-381D-6236-450ECA3CADDB}" dt="2026-08-20T18:31:50.251" v="93" actId="20577"/>
        <pc:sldMkLst>
          <pc:docMk/>
          <pc:sldMk cId="941641167" sldId="1544"/>
        </pc:sldMkLst>
        <pc:spChg chg="mod">
          <ac:chgData name="Arya,Shreya" userId="S::sa3897@drexel.edu::05ca9fee-de5d-45e5-bbdd-a7703a418a3b" providerId="AD" clId="Web-{FD8AF4DD-8B38-381D-6236-450ECA3CADDB}" dt="2026-08-20T18:31:50.251" v="93" actId="20577"/>
          <ac:spMkLst>
            <pc:docMk/>
            <pc:sldMk cId="941641167" sldId="1544"/>
            <ac:spMk id="4" creationId="{835842B8-B09B-5556-976F-911D96C85FF3}"/>
          </ac:spMkLst>
        </pc:spChg>
      </pc:sldChg>
    </pc:docChg>
  </pc:docChgLst>
  <pc:docChgLst>
    <pc:chgData clId="Web-{00000000-0000-0000-0000-000000000000}"/>
    <pc:docChg chg="modSld">
      <pc:chgData name="" userId="" providerId="" clId="Web-{00000000-0000-0000-0000-000000000000}" dt="2026-08-25T16:41:31.077" v="1" actId="20577"/>
      <pc:docMkLst>
        <pc:docMk/>
      </pc:docMkLst>
      <pc:sldChg chg="modSp">
        <pc:chgData name="" userId="" providerId="" clId="Web-{00000000-0000-0000-0000-000000000000}" dt="2026-08-25T16:41:31.077" v="1" actId="20577"/>
        <pc:sldMkLst>
          <pc:docMk/>
          <pc:sldMk cId="3141196375" sldId="1547"/>
        </pc:sldMkLst>
        <pc:spChg chg="mod">
          <ac:chgData name="" userId="" providerId="" clId="Web-{00000000-0000-0000-0000-000000000000}" dt="2026-08-25T16:41:31.077" v="1" actId="20577"/>
          <ac:spMkLst>
            <pc:docMk/>
            <pc:sldMk cId="3141196375" sldId="1547"/>
            <ac:spMk id="5" creationId="{F9E0FF49-982B-08AA-0887-5C6549E2E67B}"/>
          </ac:spMkLst>
        </pc:spChg>
      </pc:sldChg>
    </pc:docChg>
  </pc:docChgLst>
  <pc:docChgLst>
    <pc:chgData name="Zheng,Flora" userId="S::fz73@drexel.edu::f516f86b-6bd7-4be8-a759-990e21325b79" providerId="AD" clId="Web-{78B2B7CD-CEF4-1319-C400-D9C28E0F95BF}"/>
    <pc:docChg chg="modSld">
      <pc:chgData name="Zheng,Flora" userId="S::fz73@drexel.edu::f516f86b-6bd7-4be8-a759-990e21325b79" providerId="AD" clId="Web-{78B2B7CD-CEF4-1319-C400-D9C28E0F95BF}" dt="2026-08-24T02:11:42.722" v="256" actId="1076"/>
      <pc:docMkLst>
        <pc:docMk/>
      </pc:docMkLst>
      <pc:sldChg chg="addSp delSp modSp mod modClrScheme chgLayout">
        <pc:chgData name="Zheng,Flora" userId="S::fz73@drexel.edu::f516f86b-6bd7-4be8-a759-990e21325b79" providerId="AD" clId="Web-{78B2B7CD-CEF4-1319-C400-D9C28E0F95BF}" dt="2026-08-23T18:52:20.266" v="126"/>
        <pc:sldMkLst>
          <pc:docMk/>
          <pc:sldMk cId="1320672604" sldId="1538"/>
        </pc:sldMkLst>
        <pc:spChg chg="mod">
          <ac:chgData name="Zheng,Flora" userId="S::fz73@drexel.edu::f516f86b-6bd7-4be8-a759-990e21325b79" providerId="AD" clId="Web-{78B2B7CD-CEF4-1319-C400-D9C28E0F95BF}" dt="2026-08-23T18:52:20.266" v="126"/>
          <ac:spMkLst>
            <pc:docMk/>
            <pc:sldMk cId="1320672604" sldId="1538"/>
            <ac:spMk id="4" creationId="{60F2DCD5-A6AA-1DC6-680C-C9342BF71DD4}"/>
          </ac:spMkLst>
        </pc:spChg>
        <pc:spChg chg="mod ord">
          <ac:chgData name="Zheng,Flora" userId="S::fz73@drexel.edu::f516f86b-6bd7-4be8-a759-990e21325b79" providerId="AD" clId="Web-{78B2B7CD-CEF4-1319-C400-D9C28E0F95BF}" dt="2026-08-23T18:52:20.266" v="126"/>
          <ac:spMkLst>
            <pc:docMk/>
            <pc:sldMk cId="1320672604" sldId="1538"/>
            <ac:spMk id="5" creationId="{35872D36-34E4-3C95-E20D-11ECB3135804}"/>
          </ac:spMkLst>
        </pc:spChg>
        <pc:spChg chg="mod">
          <ac:chgData name="Zheng,Flora" userId="S::fz73@drexel.edu::f516f86b-6bd7-4be8-a759-990e21325b79" providerId="AD" clId="Web-{78B2B7CD-CEF4-1319-C400-D9C28E0F95BF}" dt="2026-08-23T18:52:20.266" v="126"/>
          <ac:spMkLst>
            <pc:docMk/>
            <pc:sldMk cId="1320672604" sldId="1538"/>
            <ac:spMk id="14" creationId="{EDD1CA39-2462-65AC-9478-EA9B600AA7AD}"/>
          </ac:spMkLst>
        </pc:spChg>
        <pc:picChg chg="add mod ord modCrop">
          <ac:chgData name="Zheng,Flora" userId="S::fz73@drexel.edu::f516f86b-6bd7-4be8-a759-990e21325b79" providerId="AD" clId="Web-{78B2B7CD-CEF4-1319-C400-D9C28E0F95BF}" dt="2026-08-23T18:52:20.266" v="126"/>
          <ac:picMkLst>
            <pc:docMk/>
            <pc:sldMk cId="1320672604" sldId="1538"/>
            <ac:picMk id="2" creationId="{E0BA270D-8DEF-21C5-855C-A4299D0EBE80}"/>
          </ac:picMkLst>
        </pc:picChg>
      </pc:sldChg>
      <pc:sldChg chg="modSp">
        <pc:chgData name="Zheng,Flora" userId="S::fz73@drexel.edu::f516f86b-6bd7-4be8-a759-990e21325b79" providerId="AD" clId="Web-{78B2B7CD-CEF4-1319-C400-D9C28E0F95BF}" dt="2026-08-23T18:22:32.143" v="1" actId="20577"/>
        <pc:sldMkLst>
          <pc:docMk/>
          <pc:sldMk cId="2172216440" sldId="1541"/>
        </pc:sldMkLst>
        <pc:spChg chg="mod">
          <ac:chgData name="Zheng,Flora" userId="S::fz73@drexel.edu::f516f86b-6bd7-4be8-a759-990e21325b79" providerId="AD" clId="Web-{78B2B7CD-CEF4-1319-C400-D9C28E0F95BF}" dt="2026-08-23T18:22:32.143" v="1" actId="20577"/>
          <ac:spMkLst>
            <pc:docMk/>
            <pc:sldMk cId="2172216440" sldId="1541"/>
            <ac:spMk id="5" creationId="{55BDC849-5868-6D24-1744-0DA71375D6C7}"/>
          </ac:spMkLst>
        </pc:spChg>
      </pc:sldChg>
      <pc:sldChg chg="addSp delSp modSp mod modClrScheme chgLayout">
        <pc:chgData name="Zheng,Flora" userId="S::fz73@drexel.edu::f516f86b-6bd7-4be8-a759-990e21325b79" providerId="AD" clId="Web-{78B2B7CD-CEF4-1319-C400-D9C28E0F95BF}" dt="2026-08-23T22:42:48.537" v="179" actId="20577"/>
        <pc:sldMkLst>
          <pc:docMk/>
          <pc:sldMk cId="3141196375" sldId="1547"/>
        </pc:sldMkLst>
        <pc:spChg chg="mod">
          <ac:chgData name="Zheng,Flora" userId="S::fz73@drexel.edu::f516f86b-6bd7-4be8-a759-990e21325b79" providerId="AD" clId="Web-{78B2B7CD-CEF4-1319-C400-D9C28E0F95BF}" dt="2026-08-23T22:40:39.095" v="163"/>
          <ac:spMkLst>
            <pc:docMk/>
            <pc:sldMk cId="3141196375" sldId="1547"/>
            <ac:spMk id="4" creationId="{FF8D5739-2BD1-2035-334C-5363C9CFFAA7}"/>
          </ac:spMkLst>
        </pc:spChg>
        <pc:spChg chg="mod ord">
          <ac:chgData name="Zheng,Flora" userId="S::fz73@drexel.edu::f516f86b-6bd7-4be8-a759-990e21325b79" providerId="AD" clId="Web-{78B2B7CD-CEF4-1319-C400-D9C28E0F95BF}" dt="2026-08-23T22:42:48.537" v="179" actId="20577"/>
          <ac:spMkLst>
            <pc:docMk/>
            <pc:sldMk cId="3141196375" sldId="1547"/>
            <ac:spMk id="5" creationId="{F9E0FF49-982B-08AA-0887-5C6549E2E67B}"/>
          </ac:spMkLst>
        </pc:spChg>
        <pc:spChg chg="mod">
          <ac:chgData name="Zheng,Flora" userId="S::fz73@drexel.edu::f516f86b-6bd7-4be8-a759-990e21325b79" providerId="AD" clId="Web-{78B2B7CD-CEF4-1319-C400-D9C28E0F95BF}" dt="2026-08-23T22:41:06.909" v="170" actId="1076"/>
          <ac:spMkLst>
            <pc:docMk/>
            <pc:sldMk cId="3141196375" sldId="1547"/>
            <ac:spMk id="14" creationId="{7E6816AC-3E14-3C97-410B-CFA60C985EB6}"/>
          </ac:spMkLst>
        </pc:spChg>
        <pc:picChg chg="add mod ord modCrop">
          <ac:chgData name="Zheng,Flora" userId="S::fz73@drexel.edu::f516f86b-6bd7-4be8-a759-990e21325b79" providerId="AD" clId="Web-{78B2B7CD-CEF4-1319-C400-D9C28E0F95BF}" dt="2026-08-23T22:40:46.283" v="165" actId="1076"/>
          <ac:picMkLst>
            <pc:docMk/>
            <pc:sldMk cId="3141196375" sldId="1547"/>
            <ac:picMk id="7" creationId="{882AB8F6-C5D7-6212-C84F-BBB3C33431F7}"/>
          </ac:picMkLst>
        </pc:picChg>
      </pc:sldChg>
      <pc:sldChg chg="addSp delSp modSp mod modClrScheme chgLayout">
        <pc:chgData name="Zheng,Flora" userId="S::fz73@drexel.edu::f516f86b-6bd7-4be8-a759-990e21325b79" providerId="AD" clId="Web-{78B2B7CD-CEF4-1319-C400-D9C28E0F95BF}" dt="2026-08-23T22:40:06.750" v="154"/>
        <pc:sldMkLst>
          <pc:docMk/>
          <pc:sldMk cId="621706533" sldId="1548"/>
        </pc:sldMkLst>
        <pc:spChg chg="mod">
          <ac:chgData name="Zheng,Flora" userId="S::fz73@drexel.edu::f516f86b-6bd7-4be8-a759-990e21325b79" providerId="AD" clId="Web-{78B2B7CD-CEF4-1319-C400-D9C28E0F95BF}" dt="2026-08-23T22:40:02.078" v="151"/>
          <ac:spMkLst>
            <pc:docMk/>
            <pc:sldMk cId="621706533" sldId="1548"/>
            <ac:spMk id="4" creationId="{A3A33B5C-EDE7-7F0E-22F0-7D1D9826663B}"/>
          </ac:spMkLst>
        </pc:spChg>
        <pc:spChg chg="mod ord">
          <ac:chgData name="Zheng,Flora" userId="S::fz73@drexel.edu::f516f86b-6bd7-4be8-a759-990e21325b79" providerId="AD" clId="Web-{78B2B7CD-CEF4-1319-C400-D9C28E0F95BF}" dt="2026-08-23T22:40:02.078" v="151"/>
          <ac:spMkLst>
            <pc:docMk/>
            <pc:sldMk cId="621706533" sldId="1548"/>
            <ac:spMk id="5" creationId="{9FCE6741-0614-FB7F-A8ED-5A5DCA4D06D8}"/>
          </ac:spMkLst>
        </pc:spChg>
        <pc:spChg chg="mod">
          <ac:chgData name="Zheng,Flora" userId="S::fz73@drexel.edu::f516f86b-6bd7-4be8-a759-990e21325b79" providerId="AD" clId="Web-{78B2B7CD-CEF4-1319-C400-D9C28E0F95BF}" dt="2026-08-23T22:40:02.078" v="151"/>
          <ac:spMkLst>
            <pc:docMk/>
            <pc:sldMk cId="621706533" sldId="1548"/>
            <ac:spMk id="14" creationId="{4EB5F2A9-E52B-FD55-55BB-35E40FE1FD5F}"/>
          </ac:spMkLst>
        </pc:spChg>
        <pc:picChg chg="add del mod">
          <ac:chgData name="Zheng,Flora" userId="S::fz73@drexel.edu::f516f86b-6bd7-4be8-a759-990e21325b79" providerId="AD" clId="Web-{78B2B7CD-CEF4-1319-C400-D9C28E0F95BF}" dt="2026-08-23T22:40:04.563" v="152"/>
          <ac:picMkLst>
            <pc:docMk/>
            <pc:sldMk cId="621706533" sldId="1548"/>
            <ac:picMk id="2" creationId="{916499B7-9A1F-68FB-7E7E-5CB9ADC842CB}"/>
          </ac:picMkLst>
        </pc:picChg>
      </pc:sldChg>
      <pc:sldChg chg="modSp">
        <pc:chgData name="Zheng,Flora" userId="S::fz73@drexel.edu::f516f86b-6bd7-4be8-a759-990e21325b79" providerId="AD" clId="Web-{78B2B7CD-CEF4-1319-C400-D9C28E0F95BF}" dt="2026-08-24T02:11:42.722" v="256" actId="1076"/>
        <pc:sldMkLst>
          <pc:docMk/>
          <pc:sldMk cId="888656854" sldId="1549"/>
        </pc:sldMkLst>
        <pc:graphicFrameChg chg="mod modGraphic">
          <ac:chgData name="Zheng,Flora" userId="S::fz73@drexel.edu::f516f86b-6bd7-4be8-a759-990e21325b79" providerId="AD" clId="Web-{78B2B7CD-CEF4-1319-C400-D9C28E0F95BF}" dt="2026-08-24T02:11:42.722" v="256" actId="1076"/>
          <ac:graphicFrameMkLst>
            <pc:docMk/>
            <pc:sldMk cId="888656854" sldId="1549"/>
            <ac:graphicFrameMk id="15" creationId="{1B883FCC-76E5-FDA1-2800-CB6001675019}"/>
          </ac:graphicFrameMkLst>
        </pc:graphicFrameChg>
      </pc:sldChg>
      <pc:sldChg chg="modSp">
        <pc:chgData name="Zheng,Flora" userId="S::fz73@drexel.edu::f516f86b-6bd7-4be8-a759-990e21325b79" providerId="AD" clId="Web-{78B2B7CD-CEF4-1319-C400-D9C28E0F95BF}" dt="2026-08-23T22:42:38.552" v="176" actId="20577"/>
        <pc:sldMkLst>
          <pc:docMk/>
          <pc:sldMk cId="912521700" sldId="1550"/>
        </pc:sldMkLst>
        <pc:spChg chg="mod">
          <ac:chgData name="Zheng,Flora" userId="S::fz73@drexel.edu::f516f86b-6bd7-4be8-a759-990e21325b79" providerId="AD" clId="Web-{78B2B7CD-CEF4-1319-C400-D9C28E0F95BF}" dt="2026-08-23T22:42:38.552" v="176" actId="20577"/>
          <ac:spMkLst>
            <pc:docMk/>
            <pc:sldMk cId="912521700" sldId="1550"/>
            <ac:spMk id="5" creationId="{7667565A-153F-08D9-D39B-5D3468C80915}"/>
          </ac:spMkLst>
        </pc:spChg>
      </pc:sldChg>
      <pc:sldChg chg="addSp delSp modSp mod modClrScheme chgLayout">
        <pc:chgData name="Zheng,Flora" userId="S::fz73@drexel.edu::f516f86b-6bd7-4be8-a759-990e21325b79" providerId="AD" clId="Web-{78B2B7CD-CEF4-1319-C400-D9C28E0F95BF}" dt="2026-08-23T23:08:46.851" v="189" actId="1076"/>
        <pc:sldMkLst>
          <pc:docMk/>
          <pc:sldMk cId="558678156" sldId="1551"/>
        </pc:sldMkLst>
        <pc:spChg chg="mod">
          <ac:chgData name="Zheng,Flora" userId="S::fz73@drexel.edu::f516f86b-6bd7-4be8-a759-990e21325b79" providerId="AD" clId="Web-{78B2B7CD-CEF4-1319-C400-D9C28E0F95BF}" dt="2026-08-23T22:54:31.192" v="187"/>
          <ac:spMkLst>
            <pc:docMk/>
            <pc:sldMk cId="558678156" sldId="1551"/>
            <ac:spMk id="4" creationId="{72AC42AB-0E38-081B-5AD0-ACBA9DDD9E44}"/>
          </ac:spMkLst>
        </pc:spChg>
        <pc:spChg chg="mod">
          <ac:chgData name="Zheng,Flora" userId="S::fz73@drexel.edu::f516f86b-6bd7-4be8-a759-990e21325b79" providerId="AD" clId="Web-{78B2B7CD-CEF4-1319-C400-D9C28E0F95BF}" dt="2026-08-23T23:08:46.851" v="189" actId="1076"/>
          <ac:spMkLst>
            <pc:docMk/>
            <pc:sldMk cId="558678156" sldId="1551"/>
            <ac:spMk id="5" creationId="{F3CBEDCA-7FC3-BB8A-6880-D3F0E319E910}"/>
          </ac:spMkLst>
        </pc:spChg>
        <pc:spChg chg="mod">
          <ac:chgData name="Zheng,Flora" userId="S::fz73@drexel.edu::f516f86b-6bd7-4be8-a759-990e21325b79" providerId="AD" clId="Web-{78B2B7CD-CEF4-1319-C400-D9C28E0F95BF}" dt="2026-08-23T22:54:31.192" v="187"/>
          <ac:spMkLst>
            <pc:docMk/>
            <pc:sldMk cId="558678156" sldId="1551"/>
            <ac:spMk id="14" creationId="{49D3AE44-C7EA-7EB8-9483-2A0ED9456AEE}"/>
          </ac:spMkLst>
        </pc:spChg>
        <pc:picChg chg="add mod ord">
          <ac:chgData name="Zheng,Flora" userId="S::fz73@drexel.edu::f516f86b-6bd7-4be8-a759-990e21325b79" providerId="AD" clId="Web-{78B2B7CD-CEF4-1319-C400-D9C28E0F95BF}" dt="2026-08-23T22:54:31.192" v="187"/>
          <ac:picMkLst>
            <pc:docMk/>
            <pc:sldMk cId="558678156" sldId="1551"/>
            <ac:picMk id="11" creationId="{DCD0B984-0C2D-B451-1408-F907DACA04E1}"/>
          </ac:picMkLst>
        </pc:picChg>
      </pc:sldChg>
    </pc:docChg>
  </pc:docChgLst>
  <pc:docChgLst>
    <pc:chgData name="Kumar,Ashni" userId="S::apk66@drexel.edu::c1cd851a-cd44-401f-a4ba-7674e5877407" providerId="AD" clId="Web-{CAB9E0B8-D886-4E25-89BC-53FCFEBFEC32}"/>
    <pc:docChg chg="modSld">
      <pc:chgData name="Kumar,Ashni" userId="S::apk66@drexel.edu::c1cd851a-cd44-401f-a4ba-7674e5877407" providerId="AD" clId="Web-{CAB9E0B8-D886-4E25-89BC-53FCFEBFEC32}" dt="2026-08-25T16:40:27.457" v="42" actId="20577"/>
      <pc:docMkLst>
        <pc:docMk/>
      </pc:docMkLst>
      <pc:sldChg chg="modSp">
        <pc:chgData name="Kumar,Ashni" userId="S::apk66@drexel.edu::c1cd851a-cd44-401f-a4ba-7674e5877407" providerId="AD" clId="Web-{CAB9E0B8-D886-4E25-89BC-53FCFEBFEC32}" dt="2026-08-25T16:40:02.737" v="30" actId="20577"/>
        <pc:sldMkLst>
          <pc:docMk/>
          <pc:sldMk cId="1320672604" sldId="1538"/>
        </pc:sldMkLst>
        <pc:spChg chg="mod">
          <ac:chgData name="Kumar,Ashni" userId="S::apk66@drexel.edu::c1cd851a-cd44-401f-a4ba-7674e5877407" providerId="AD" clId="Web-{CAB9E0B8-D886-4E25-89BC-53FCFEBFEC32}" dt="2026-08-25T16:40:02.737" v="30" actId="20577"/>
          <ac:spMkLst>
            <pc:docMk/>
            <pc:sldMk cId="1320672604" sldId="1538"/>
            <ac:spMk id="5" creationId="{35872D36-34E4-3C95-E20D-11ECB3135804}"/>
          </ac:spMkLst>
        </pc:spChg>
      </pc:sldChg>
      <pc:sldChg chg="modSp">
        <pc:chgData name="Kumar,Ashni" userId="S::apk66@drexel.edu::c1cd851a-cd44-401f-a4ba-7674e5877407" providerId="AD" clId="Web-{CAB9E0B8-D886-4E25-89BC-53FCFEBFEC32}" dt="2026-08-25T16:39:19.923" v="26" actId="20577"/>
        <pc:sldMkLst>
          <pc:docMk/>
          <pc:sldMk cId="2172216440" sldId="1541"/>
        </pc:sldMkLst>
        <pc:spChg chg="mod">
          <ac:chgData name="Kumar,Ashni" userId="S::apk66@drexel.edu::c1cd851a-cd44-401f-a4ba-7674e5877407" providerId="AD" clId="Web-{CAB9E0B8-D886-4E25-89BC-53FCFEBFEC32}" dt="2026-08-25T16:39:19.923" v="26" actId="20577"/>
          <ac:spMkLst>
            <pc:docMk/>
            <pc:sldMk cId="2172216440" sldId="1541"/>
            <ac:spMk id="5" creationId="{55BDC849-5868-6D24-1744-0DA71375D6C7}"/>
          </ac:spMkLst>
        </pc:spChg>
      </pc:sldChg>
      <pc:sldChg chg="modSp">
        <pc:chgData name="Kumar,Ashni" userId="S::apk66@drexel.edu::c1cd851a-cd44-401f-a4ba-7674e5877407" providerId="AD" clId="Web-{CAB9E0B8-D886-4E25-89BC-53FCFEBFEC32}" dt="2026-08-25T16:40:27.457" v="42" actId="20577"/>
        <pc:sldMkLst>
          <pc:docMk/>
          <pc:sldMk cId="621706533" sldId="1548"/>
        </pc:sldMkLst>
        <pc:spChg chg="mod">
          <ac:chgData name="Kumar,Ashni" userId="S::apk66@drexel.edu::c1cd851a-cd44-401f-a4ba-7674e5877407" providerId="AD" clId="Web-{CAB9E0B8-D886-4E25-89BC-53FCFEBFEC32}" dt="2026-08-25T16:40:27.457" v="42" actId="20577"/>
          <ac:spMkLst>
            <pc:docMk/>
            <pc:sldMk cId="621706533" sldId="1548"/>
            <ac:spMk id="5" creationId="{9FCE6741-0614-FB7F-A8ED-5A5DCA4D06D8}"/>
          </ac:spMkLst>
        </pc:spChg>
      </pc:sldChg>
      <pc:sldChg chg="modSp">
        <pc:chgData name="Kumar,Ashni" userId="S::apk66@drexel.edu::c1cd851a-cd44-401f-a4ba-7674e5877407" providerId="AD" clId="Web-{CAB9E0B8-D886-4E25-89BC-53FCFEBFEC32}" dt="2026-08-25T16:37:29.044" v="7" actId="20577"/>
        <pc:sldMkLst>
          <pc:docMk/>
          <pc:sldMk cId="558678156" sldId="1551"/>
        </pc:sldMkLst>
        <pc:spChg chg="mod">
          <ac:chgData name="Kumar,Ashni" userId="S::apk66@drexel.edu::c1cd851a-cd44-401f-a4ba-7674e5877407" providerId="AD" clId="Web-{CAB9E0B8-D886-4E25-89BC-53FCFEBFEC32}" dt="2026-08-25T16:37:29.044" v="7" actId="20577"/>
          <ac:spMkLst>
            <pc:docMk/>
            <pc:sldMk cId="558678156" sldId="1551"/>
            <ac:spMk id="5" creationId="{F3CBEDCA-7FC3-BB8A-6880-D3F0E319E910}"/>
          </ac:spMkLst>
        </pc:spChg>
      </pc:sldChg>
    </pc:docChg>
  </pc:docChgLst>
  <pc:docChgLst>
    <pc:chgData name="Arya,Shreya" userId="S::sa3897@drexel.edu::05ca9fee-de5d-45e5-bbdd-a7703a418a3b" providerId="AD" clId="Web-{9E7793C8-2E6F-AF21-ADB8-91BAAECAA72F}"/>
    <pc:docChg chg="addSld delSld modSld sldOrd">
      <pc:chgData name="Arya,Shreya" userId="S::sa3897@drexel.edu::05ca9fee-de5d-45e5-bbdd-a7703a418a3b" providerId="AD" clId="Web-{9E7793C8-2E6F-AF21-ADB8-91BAAECAA72F}" dt="2026-08-23T18:04:52.753" v="169"/>
      <pc:docMkLst>
        <pc:docMk/>
      </pc:docMkLst>
      <pc:sldChg chg="addSp delSp modSp mod modClrScheme chgLayout">
        <pc:chgData name="Arya,Shreya" userId="S::sa3897@drexel.edu::05ca9fee-de5d-45e5-bbdd-a7703a418a3b" providerId="AD" clId="Web-{9E7793C8-2E6F-AF21-ADB8-91BAAECAA72F}" dt="2026-08-23T17:49:23.608" v="126" actId="20577"/>
        <pc:sldMkLst>
          <pc:docMk/>
          <pc:sldMk cId="1640610629" sldId="1539"/>
        </pc:sldMkLst>
        <pc:spChg chg="mod">
          <ac:chgData name="Arya,Shreya" userId="S::sa3897@drexel.edu::05ca9fee-de5d-45e5-bbdd-a7703a418a3b" providerId="AD" clId="Web-{9E7793C8-2E6F-AF21-ADB8-91BAAECAA72F}" dt="2026-08-23T17:48:57.654" v="119"/>
          <ac:spMkLst>
            <pc:docMk/>
            <pc:sldMk cId="1640610629" sldId="1539"/>
            <ac:spMk id="5" creationId="{01E09C41-614B-C031-6C74-39405795C929}"/>
          </ac:spMkLst>
        </pc:spChg>
        <pc:spChg chg="mod">
          <ac:chgData name="Arya,Shreya" userId="S::sa3897@drexel.edu::05ca9fee-de5d-45e5-bbdd-a7703a418a3b" providerId="AD" clId="Web-{9E7793C8-2E6F-AF21-ADB8-91BAAECAA72F}" dt="2026-08-23T17:49:23.608" v="126" actId="20577"/>
          <ac:spMkLst>
            <pc:docMk/>
            <pc:sldMk cId="1640610629" sldId="1539"/>
            <ac:spMk id="6" creationId="{21BBB0CD-0B68-1056-857B-9CB9460BFFA0}"/>
          </ac:spMkLst>
        </pc:spChg>
        <pc:spChg chg="mod">
          <ac:chgData name="Arya,Shreya" userId="S::sa3897@drexel.edu::05ca9fee-de5d-45e5-bbdd-a7703a418a3b" providerId="AD" clId="Web-{9E7793C8-2E6F-AF21-ADB8-91BAAECAA72F}" dt="2026-08-23T17:49:05.389" v="121" actId="1076"/>
          <ac:spMkLst>
            <pc:docMk/>
            <pc:sldMk cId="1640610629" sldId="1539"/>
            <ac:spMk id="7" creationId="{85FE40C1-5CCB-20D7-1C24-4FFE916D42E5}"/>
          </ac:spMkLst>
        </pc:spChg>
        <pc:picChg chg="add mod">
          <ac:chgData name="Arya,Shreya" userId="S::sa3897@drexel.edu::05ca9fee-de5d-45e5-bbdd-a7703a418a3b" providerId="AD" clId="Web-{9E7793C8-2E6F-AF21-ADB8-91BAAECAA72F}" dt="2026-08-23T17:48:57.654" v="119"/>
          <ac:picMkLst>
            <pc:docMk/>
            <pc:sldMk cId="1640610629" sldId="1539"/>
            <ac:picMk id="8" creationId="{41DAB1A8-8496-AEFF-10B3-30DA2A09CB35}"/>
          </ac:picMkLst>
        </pc:picChg>
      </pc:sldChg>
      <pc:sldChg chg="addSp delSp modSp add mod ord replId modClrScheme chgLayout modNotes">
        <pc:chgData name="Arya,Shreya" userId="S::sa3897@drexel.edu::05ca9fee-de5d-45e5-bbdd-a7703a418a3b" providerId="AD" clId="Web-{9E7793C8-2E6F-AF21-ADB8-91BAAECAA72F}" dt="2026-08-23T18:04:52.753" v="169"/>
        <pc:sldMkLst>
          <pc:docMk/>
          <pc:sldMk cId="3463113448" sldId="1556"/>
        </pc:sldMkLst>
        <pc:spChg chg="mod">
          <ac:chgData name="Arya,Shreya" userId="S::sa3897@drexel.edu::05ca9fee-de5d-45e5-bbdd-a7703a418a3b" providerId="AD" clId="Web-{9E7793C8-2E6F-AF21-ADB8-91BAAECAA72F}" dt="2026-08-23T17:45:00.987" v="80" actId="20577"/>
          <ac:spMkLst>
            <pc:docMk/>
            <pc:sldMk cId="3463113448" sldId="1556"/>
            <ac:spMk id="5" creationId="{011F7991-D415-CAF7-C76E-A921295118A4}"/>
          </ac:spMkLst>
        </pc:spChg>
        <pc:spChg chg="mod">
          <ac:chgData name="Arya,Shreya" userId="S::sa3897@drexel.edu::05ca9fee-de5d-45e5-bbdd-a7703a418a3b" providerId="AD" clId="Web-{9E7793C8-2E6F-AF21-ADB8-91BAAECAA72F}" dt="2026-08-23T17:44:42.705" v="76" actId="1076"/>
          <ac:spMkLst>
            <pc:docMk/>
            <pc:sldMk cId="3463113448" sldId="1556"/>
            <ac:spMk id="14" creationId="{3120C591-BADC-E7A4-3B17-C5CA47F3BEA1}"/>
          </ac:spMkLst>
        </pc:spChg>
        <pc:picChg chg="add mod">
          <ac:chgData name="Arya,Shreya" userId="S::sa3897@drexel.edu::05ca9fee-de5d-45e5-bbdd-a7703a418a3b" providerId="AD" clId="Web-{9E7793C8-2E6F-AF21-ADB8-91BAAECAA72F}" dt="2026-08-23T17:44:29.986" v="73"/>
          <ac:picMkLst>
            <pc:docMk/>
            <pc:sldMk cId="3463113448" sldId="1556"/>
            <ac:picMk id="7" creationId="{D87F3844-68DE-F04B-4E2A-BA6EDA765335}"/>
          </ac:picMkLst>
        </pc:picChg>
      </pc:sldChg>
      <pc:sldChg chg="addSp delSp modSp add ord replId">
        <pc:chgData name="Arya,Shreya" userId="S::sa3897@drexel.edu::05ca9fee-de5d-45e5-bbdd-a7703a418a3b" providerId="AD" clId="Web-{9E7793C8-2E6F-AF21-ADB8-91BAAECAA72F}" dt="2026-08-23T17:56:19.126" v="168" actId="20577"/>
        <pc:sldMkLst>
          <pc:docMk/>
          <pc:sldMk cId="2140836283" sldId="1557"/>
        </pc:sldMkLst>
        <pc:spChg chg="mod">
          <ac:chgData name="Arya,Shreya" userId="S::sa3897@drexel.edu::05ca9fee-de5d-45e5-bbdd-a7703a418a3b" providerId="AD" clId="Web-{9E7793C8-2E6F-AF21-ADB8-91BAAECAA72F}" dt="2026-08-23T17:56:19.126" v="168" actId="20577"/>
          <ac:spMkLst>
            <pc:docMk/>
            <pc:sldMk cId="2140836283" sldId="1557"/>
            <ac:spMk id="6" creationId="{62886A7A-6DEC-05E2-DA37-0D200D8E6787}"/>
          </ac:spMkLst>
        </pc:spChg>
        <pc:spChg chg="mod">
          <ac:chgData name="Arya,Shreya" userId="S::sa3897@drexel.edu::05ca9fee-de5d-45e5-bbdd-a7703a418a3b" providerId="AD" clId="Web-{9E7793C8-2E6F-AF21-ADB8-91BAAECAA72F}" dt="2026-08-23T17:56:09.625" v="165" actId="1076"/>
          <ac:spMkLst>
            <pc:docMk/>
            <pc:sldMk cId="2140836283" sldId="1557"/>
            <ac:spMk id="7" creationId="{A4156005-84F1-F152-205D-0B48AFA5CD02}"/>
          </ac:spMkLst>
        </pc:spChg>
        <pc:picChg chg="add mod">
          <ac:chgData name="Arya,Shreya" userId="S::sa3897@drexel.edu::05ca9fee-de5d-45e5-bbdd-a7703a418a3b" providerId="AD" clId="Web-{9E7793C8-2E6F-AF21-ADB8-91BAAECAA72F}" dt="2026-08-23T17:55:57.719" v="163"/>
          <ac:picMkLst>
            <pc:docMk/>
            <pc:sldMk cId="2140836283" sldId="1557"/>
            <ac:picMk id="2" creationId="{BCCA8654-3409-B6D9-CFEC-E03FBDB2E572}"/>
          </ac:picMkLst>
        </pc:picChg>
      </pc:sldChg>
    </pc:docChg>
  </pc:docChgLst>
  <pc:docChgLst>
    <pc:chgData name="Sundaresa,Kriti" userId="e4b17ec3-e0dd-4250-8b8e-374991b6c070" providerId="ADAL" clId="{38E05374-B917-5280-B9ED-5A5066C20B4A}"/>
    <pc:docChg chg="undo custSel addSld delSld modSld">
      <pc:chgData name="Sundaresa,Kriti" userId="e4b17ec3-e0dd-4250-8b8e-374991b6c070" providerId="ADAL" clId="{38E05374-B917-5280-B9ED-5A5066C20B4A}" dt="2026-08-25T00:29:24.880" v="60" actId="1076"/>
      <pc:docMkLst>
        <pc:docMk/>
      </pc:docMkLst>
      <pc:sldChg chg="modSp mod">
        <pc:chgData name="Sundaresa,Kriti" userId="e4b17ec3-e0dd-4250-8b8e-374991b6c070" providerId="ADAL" clId="{38E05374-B917-5280-B9ED-5A5066C20B4A}" dt="2026-08-20T18:15:02.031" v="1" actId="1076"/>
        <pc:sldMkLst>
          <pc:docMk/>
          <pc:sldMk cId="1369385929" sldId="1519"/>
        </pc:sldMkLst>
        <pc:picChg chg="mod">
          <ac:chgData name="Sundaresa,Kriti" userId="e4b17ec3-e0dd-4250-8b8e-374991b6c070" providerId="ADAL" clId="{38E05374-B917-5280-B9ED-5A5066C20B4A}" dt="2026-08-20T18:15:02.031" v="1" actId="1076"/>
          <ac:picMkLst>
            <pc:docMk/>
            <pc:sldMk cId="1369385929" sldId="1519"/>
            <ac:picMk id="13" creationId="{F9DB484A-0F6D-AA40-DDC0-A88846E22399}"/>
          </ac:picMkLst>
        </pc:picChg>
      </pc:sldChg>
      <pc:sldChg chg="addSp delSp modSp mod">
        <pc:chgData name="Sundaresa,Kriti" userId="e4b17ec3-e0dd-4250-8b8e-374991b6c070" providerId="ADAL" clId="{38E05374-B917-5280-B9ED-5A5066C20B4A}" dt="2026-08-25T00:29:24.880" v="60" actId="1076"/>
        <pc:sldMkLst>
          <pc:docMk/>
          <pc:sldMk cId="3817773332" sldId="1523"/>
        </pc:sldMkLst>
        <pc:picChg chg="add mod">
          <ac:chgData name="Sundaresa,Kriti" userId="e4b17ec3-e0dd-4250-8b8e-374991b6c070" providerId="ADAL" clId="{38E05374-B917-5280-B9ED-5A5066C20B4A}" dt="2026-08-25T00:29:13.664" v="56" actId="1076"/>
          <ac:picMkLst>
            <pc:docMk/>
            <pc:sldMk cId="3817773332" sldId="1523"/>
            <ac:picMk id="4" creationId="{2E9AB312-5AB9-F46C-797A-58693FDAD999}"/>
          </ac:picMkLst>
        </pc:picChg>
        <pc:picChg chg="add mod">
          <ac:chgData name="Sundaresa,Kriti" userId="e4b17ec3-e0dd-4250-8b8e-374991b6c070" providerId="ADAL" clId="{38E05374-B917-5280-B9ED-5A5066C20B4A}" dt="2026-08-25T00:29:24.880" v="60" actId="1076"/>
          <ac:picMkLst>
            <pc:docMk/>
            <pc:sldMk cId="3817773332" sldId="1523"/>
            <ac:picMk id="10" creationId="{F552196D-55E5-F45A-61C9-558CA1EF444D}"/>
          </ac:picMkLst>
        </pc:picChg>
        <pc:picChg chg="add mod">
          <ac:chgData name="Sundaresa,Kriti" userId="e4b17ec3-e0dd-4250-8b8e-374991b6c070" providerId="ADAL" clId="{38E05374-B917-5280-B9ED-5A5066C20B4A}" dt="2026-08-25T00:29:19.247" v="59" actId="1076"/>
          <ac:picMkLst>
            <pc:docMk/>
            <pc:sldMk cId="3817773332" sldId="1523"/>
            <ac:picMk id="13" creationId="{BC51458D-9BB0-0126-CECC-DC3104C7FCA9}"/>
          </ac:picMkLst>
        </pc:picChg>
      </pc:sldChg>
      <pc:sldChg chg="addSp delSp modSp add mod">
        <pc:chgData name="Sundaresa,Kriti" userId="e4b17ec3-e0dd-4250-8b8e-374991b6c070" providerId="ADAL" clId="{38E05374-B917-5280-B9ED-5A5066C20B4A}" dt="2026-08-21T16:31:15.082" v="50" actId="1076"/>
        <pc:sldMkLst>
          <pc:docMk/>
          <pc:sldMk cId="3473803579" sldId="1555"/>
        </pc:sldMkLst>
        <pc:spChg chg="mod">
          <ac:chgData name="Sundaresa,Kriti" userId="e4b17ec3-e0dd-4250-8b8e-374991b6c070" providerId="ADAL" clId="{38E05374-B917-5280-B9ED-5A5066C20B4A}" dt="2026-08-21T16:30:56.833" v="42" actId="1076"/>
          <ac:spMkLst>
            <pc:docMk/>
            <pc:sldMk cId="3473803579" sldId="1555"/>
            <ac:spMk id="3" creationId="{4BF1B193-8913-12C9-8B56-086FE1171F89}"/>
          </ac:spMkLst>
        </pc:spChg>
        <pc:picChg chg="add mod">
          <ac:chgData name="Sundaresa,Kriti" userId="e4b17ec3-e0dd-4250-8b8e-374991b6c070" providerId="ADAL" clId="{38E05374-B917-5280-B9ED-5A5066C20B4A}" dt="2026-08-21T16:31:15.082" v="50" actId="1076"/>
          <ac:picMkLst>
            <pc:docMk/>
            <pc:sldMk cId="3473803579" sldId="1555"/>
            <ac:picMk id="11" creationId="{4EA939F0-6E55-BF0D-E40E-08A8DB0028E4}"/>
          </ac:picMkLst>
        </pc:picChg>
        <pc:picChg chg="add mod">
          <ac:chgData name="Sundaresa,Kriti" userId="e4b17ec3-e0dd-4250-8b8e-374991b6c070" providerId="ADAL" clId="{38E05374-B917-5280-B9ED-5A5066C20B4A}" dt="2026-08-21T16:31:07.740" v="46" actId="1076"/>
          <ac:picMkLst>
            <pc:docMk/>
            <pc:sldMk cId="3473803579" sldId="1555"/>
            <ac:picMk id="14" creationId="{A3C81D4E-084E-AD5E-B8BE-348FB3FC3F12}"/>
          </ac:picMkLst>
        </pc:picChg>
      </pc:sldChg>
    </pc:docChg>
  </pc:docChgLst>
  <pc:docChgLst>
    <pc:chgData name="Arya,Shreya" userId="S::sa3897@drexel.edu::05ca9fee-de5d-45e5-bbdd-a7703a418a3b" providerId="AD" clId="Web-{00000000-0000-0000-0000-000000000000}"/>
    <pc:docChg chg="addSld modSld">
      <pc:chgData name="Arya,Shreya" userId="S::sa3897@drexel.edu::05ca9fee-de5d-45e5-bbdd-a7703a418a3b" providerId="AD" clId="Web-{00000000-0000-0000-0000-000000000000}" dt="2026-08-20T19:36:52.681" v="10" actId="20577"/>
      <pc:docMkLst>
        <pc:docMk/>
      </pc:docMkLst>
    </pc:docChg>
  </pc:docChgLst>
  <pc:docChgLst>
    <pc:chgData name="Sundaresa,Kriti" userId="S::ks4265@drexel.edu::e4b17ec3-e0dd-4250-8b8e-374991b6c070" providerId="AD" clId="Web-{66CA28A0-B7E5-A9AD-E03A-2169DADBFF4D}"/>
    <pc:docChg chg="modSld sldOrd">
      <pc:chgData name="Sundaresa,Kriti" userId="S::ks4265@drexel.edu::e4b17ec3-e0dd-4250-8b8e-374991b6c070" providerId="AD" clId="Web-{66CA28A0-B7E5-A9AD-E03A-2169DADBFF4D}" dt="2026-08-18T19:01:36.035" v="63" actId="1076"/>
      <pc:docMkLst>
        <pc:docMk/>
      </pc:docMkLst>
      <pc:sldChg chg="modSp">
        <pc:chgData name="Sundaresa,Kriti" userId="S::ks4265@drexel.edu::e4b17ec3-e0dd-4250-8b8e-374991b6c070" providerId="AD" clId="Web-{66CA28A0-B7E5-A9AD-E03A-2169DADBFF4D}" dt="2026-08-18T18:58:57.331" v="26" actId="20577"/>
        <pc:sldMkLst>
          <pc:docMk/>
          <pc:sldMk cId="3817773332" sldId="1523"/>
        </pc:sldMkLst>
        <pc:spChg chg="mod">
          <ac:chgData name="Sundaresa,Kriti" userId="S::ks4265@drexel.edu::e4b17ec3-e0dd-4250-8b8e-374991b6c070" providerId="AD" clId="Web-{66CA28A0-B7E5-A9AD-E03A-2169DADBFF4D}" dt="2026-08-18T18:58:57.331" v="26" actId="20577"/>
          <ac:spMkLst>
            <pc:docMk/>
            <pc:sldMk cId="3817773332" sldId="1523"/>
            <ac:spMk id="3" creationId="{2387649A-0C9C-A44A-55A5-C6D6656869D4}"/>
          </ac:spMkLst>
        </pc:spChg>
      </pc:sldChg>
      <pc:sldChg chg="modSp">
        <pc:chgData name="Sundaresa,Kriti" userId="S::ks4265@drexel.edu::e4b17ec3-e0dd-4250-8b8e-374991b6c070" providerId="AD" clId="Web-{66CA28A0-B7E5-A9AD-E03A-2169DADBFF4D}" dt="2026-08-18T18:58:50.363" v="22" actId="20577"/>
        <pc:sldMkLst>
          <pc:docMk/>
          <pc:sldMk cId="1320672604" sldId="1538"/>
        </pc:sldMkLst>
        <pc:spChg chg="mod">
          <ac:chgData name="Sundaresa,Kriti" userId="S::ks4265@drexel.edu::e4b17ec3-e0dd-4250-8b8e-374991b6c070" providerId="AD" clId="Web-{66CA28A0-B7E5-A9AD-E03A-2169DADBFF4D}" dt="2026-08-18T18:58:50.363" v="22" actId="20577"/>
          <ac:spMkLst>
            <pc:docMk/>
            <pc:sldMk cId="1320672604" sldId="1538"/>
            <ac:spMk id="14" creationId="{EDD1CA39-2462-65AC-9478-EA9B600AA7AD}"/>
          </ac:spMkLst>
        </pc:spChg>
      </pc:sldChg>
      <pc:sldChg chg="modSp">
        <pc:chgData name="Sundaresa,Kriti" userId="S::ks4265@drexel.edu::e4b17ec3-e0dd-4250-8b8e-374991b6c070" providerId="AD" clId="Web-{66CA28A0-B7E5-A9AD-E03A-2169DADBFF4D}" dt="2026-08-18T18:58:40.300" v="12" actId="20577"/>
        <pc:sldMkLst>
          <pc:docMk/>
          <pc:sldMk cId="1640610629" sldId="1539"/>
        </pc:sldMkLst>
        <pc:spChg chg="mod">
          <ac:chgData name="Sundaresa,Kriti" userId="S::ks4265@drexel.edu::e4b17ec3-e0dd-4250-8b8e-374991b6c070" providerId="AD" clId="Web-{66CA28A0-B7E5-A9AD-E03A-2169DADBFF4D}" dt="2026-08-18T18:58:40.300" v="12" actId="20577"/>
          <ac:spMkLst>
            <pc:docMk/>
            <pc:sldMk cId="1640610629" sldId="1539"/>
            <ac:spMk id="7" creationId="{85FE40C1-5CCB-20D7-1C24-4FFE916D42E5}"/>
          </ac:spMkLst>
        </pc:spChg>
      </pc:sldChg>
    </pc:docChg>
  </pc:docChgLst>
  <pc:docChgLst>
    <pc:chgData name="Kumar,Ashni" userId="S::apk66@drexel.edu::c1cd851a-cd44-401f-a4ba-7674e5877407" providerId="AD" clId="Web-{6281D3FD-B820-71E5-C4F6-447CAF2DBDDD}"/>
    <pc:docChg chg="addSld delSld modSld sldOrd">
      <pc:chgData name="Kumar,Ashni" userId="S::apk66@drexel.edu::c1cd851a-cd44-401f-a4ba-7674e5877407" providerId="AD" clId="Web-{6281D3FD-B820-71E5-C4F6-447CAF2DBDDD}" dt="2026-08-20T19:38:39.721" v="232"/>
      <pc:docMkLst>
        <pc:docMk/>
      </pc:docMkLst>
      <pc:sldChg chg="modNotes">
        <pc:chgData name="Kumar,Ashni" userId="S::apk66@drexel.edu::c1cd851a-cd44-401f-a4ba-7674e5877407" providerId="AD" clId="Web-{6281D3FD-B820-71E5-C4F6-447CAF2DBDDD}" dt="2026-08-20T19:14:05.977" v="56"/>
        <pc:sldMkLst>
          <pc:docMk/>
          <pc:sldMk cId="1369385929" sldId="1519"/>
        </pc:sldMkLst>
      </pc:sldChg>
      <pc:sldChg chg="modNotes">
        <pc:chgData name="Kumar,Ashni" userId="S::apk66@drexel.edu::c1cd851a-cd44-401f-a4ba-7674e5877407" providerId="AD" clId="Web-{6281D3FD-B820-71E5-C4F6-447CAF2DBDDD}" dt="2026-08-20T19:12:39.648" v="9"/>
        <pc:sldMkLst>
          <pc:docMk/>
          <pc:sldMk cId="3817773332" sldId="1523"/>
        </pc:sldMkLst>
      </pc:sldChg>
      <pc:sldChg chg="modSp modNotes">
        <pc:chgData name="Kumar,Ashni" userId="S::apk66@drexel.edu::c1cd851a-cd44-401f-a4ba-7674e5877407" providerId="AD" clId="Web-{6281D3FD-B820-71E5-C4F6-447CAF2DBDDD}" dt="2026-08-20T19:21:56.860" v="101" actId="20577"/>
        <pc:sldMkLst>
          <pc:docMk/>
          <pc:sldMk cId="1320672604" sldId="1538"/>
        </pc:sldMkLst>
        <pc:spChg chg="mod">
          <ac:chgData name="Kumar,Ashni" userId="S::apk66@drexel.edu::c1cd851a-cd44-401f-a4ba-7674e5877407" providerId="AD" clId="Web-{6281D3FD-B820-71E5-C4F6-447CAF2DBDDD}" dt="2026-08-20T19:21:56.860" v="101" actId="20577"/>
          <ac:spMkLst>
            <pc:docMk/>
            <pc:sldMk cId="1320672604" sldId="1538"/>
            <ac:spMk id="14" creationId="{EDD1CA39-2462-65AC-9478-EA9B600AA7AD}"/>
          </ac:spMkLst>
        </pc:spChg>
      </pc:sldChg>
      <pc:sldChg chg="modNotes">
        <pc:chgData name="Kumar,Ashni" userId="S::apk66@drexel.edu::c1cd851a-cd44-401f-a4ba-7674e5877407" providerId="AD" clId="Web-{6281D3FD-B820-71E5-C4F6-447CAF2DBDDD}" dt="2026-08-20T19:38:39.721" v="232"/>
        <pc:sldMkLst>
          <pc:docMk/>
          <pc:sldMk cId="1640610629" sldId="1539"/>
        </pc:sldMkLst>
      </pc:sldChg>
      <pc:sldChg chg="modSp modNotes">
        <pc:chgData name="Kumar,Ashni" userId="S::apk66@drexel.edu::c1cd851a-cd44-401f-a4ba-7674e5877407" providerId="AD" clId="Web-{6281D3FD-B820-71E5-C4F6-447CAF2DBDDD}" dt="2026-08-20T19:22:24.486" v="111" actId="20577"/>
        <pc:sldMkLst>
          <pc:docMk/>
          <pc:sldMk cId="2172216440" sldId="1541"/>
        </pc:sldMkLst>
        <pc:spChg chg="mod">
          <ac:chgData name="Kumar,Ashni" userId="S::apk66@drexel.edu::c1cd851a-cd44-401f-a4ba-7674e5877407" providerId="AD" clId="Web-{6281D3FD-B820-71E5-C4F6-447CAF2DBDDD}" dt="2026-08-20T19:22:24.486" v="111" actId="20577"/>
          <ac:spMkLst>
            <pc:docMk/>
            <pc:sldMk cId="2172216440" sldId="1541"/>
            <ac:spMk id="14" creationId="{383260AA-BD77-1DF5-9CBD-31BBE49BA23E}"/>
          </ac:spMkLst>
        </pc:spChg>
      </pc:sldChg>
      <pc:sldChg chg="modSp add replId">
        <pc:chgData name="Kumar,Ashni" userId="S::apk66@drexel.edu::c1cd851a-cd44-401f-a4ba-7674e5877407" providerId="AD" clId="Web-{6281D3FD-B820-71E5-C4F6-447CAF2DBDDD}" dt="2026-08-20T19:22:14.064" v="109" actId="20577"/>
        <pc:sldMkLst>
          <pc:docMk/>
          <pc:sldMk cId="3141196375" sldId="1547"/>
        </pc:sldMkLst>
        <pc:spChg chg="mod">
          <ac:chgData name="Kumar,Ashni" userId="S::apk66@drexel.edu::c1cd851a-cd44-401f-a4ba-7674e5877407" providerId="AD" clId="Web-{6281D3FD-B820-71E5-C4F6-447CAF2DBDDD}" dt="2026-08-20T19:22:14.064" v="109" actId="20577"/>
          <ac:spMkLst>
            <pc:docMk/>
            <pc:sldMk cId="3141196375" sldId="1547"/>
            <ac:spMk id="14" creationId="{7E6816AC-3E14-3C97-410B-CFA60C985EB6}"/>
          </ac:spMkLst>
        </pc:spChg>
      </pc:sldChg>
      <pc:sldChg chg="modSp add replId">
        <pc:chgData name="Kumar,Ashni" userId="S::apk66@drexel.edu::c1cd851a-cd44-401f-a4ba-7674e5877407" providerId="AD" clId="Web-{6281D3FD-B820-71E5-C4F6-447CAF2DBDDD}" dt="2026-08-20T19:22:06.267" v="105" actId="20577"/>
        <pc:sldMkLst>
          <pc:docMk/>
          <pc:sldMk cId="621706533" sldId="1548"/>
        </pc:sldMkLst>
        <pc:spChg chg="mod">
          <ac:chgData name="Kumar,Ashni" userId="S::apk66@drexel.edu::c1cd851a-cd44-401f-a4ba-7674e5877407" providerId="AD" clId="Web-{6281D3FD-B820-71E5-C4F6-447CAF2DBDDD}" dt="2026-08-20T19:22:06.267" v="105" actId="20577"/>
          <ac:spMkLst>
            <pc:docMk/>
            <pc:sldMk cId="621706533" sldId="1548"/>
            <ac:spMk id="14" creationId="{4EB5F2A9-E52B-FD55-55BB-35E40FE1FD5F}"/>
          </ac:spMkLst>
        </pc:spChg>
      </pc:sldChg>
      <pc:sldChg chg="modSp add replId">
        <pc:chgData name="Kumar,Ashni" userId="S::apk66@drexel.edu::c1cd851a-cd44-401f-a4ba-7674e5877407" providerId="AD" clId="Web-{6281D3FD-B820-71E5-C4F6-447CAF2DBDDD}" dt="2026-08-20T19:23:17.815" v="124" actId="20577"/>
        <pc:sldMkLst>
          <pc:docMk/>
          <pc:sldMk cId="888656854" sldId="1549"/>
        </pc:sldMkLst>
        <pc:spChg chg="mod">
          <ac:chgData name="Kumar,Ashni" userId="S::apk66@drexel.edu::c1cd851a-cd44-401f-a4ba-7674e5877407" providerId="AD" clId="Web-{6281D3FD-B820-71E5-C4F6-447CAF2DBDDD}" dt="2026-08-20T19:23:17.815" v="124" actId="20577"/>
          <ac:spMkLst>
            <pc:docMk/>
            <pc:sldMk cId="888656854" sldId="1549"/>
            <ac:spMk id="11" creationId="{18C55DAE-4ABF-B561-13F1-6BF7DFDE9A4D}"/>
          </ac:spMkLst>
        </pc:spChg>
      </pc:sldChg>
      <pc:sldChg chg="modSp add replId modNotes">
        <pc:chgData name="Kumar,Ashni" userId="S::apk66@drexel.edu::c1cd851a-cd44-401f-a4ba-7674e5877407" providerId="AD" clId="Web-{6281D3FD-B820-71E5-C4F6-447CAF2DBDDD}" dt="2026-08-20T19:24:48.723" v="154"/>
        <pc:sldMkLst>
          <pc:docMk/>
          <pc:sldMk cId="912521700" sldId="1550"/>
        </pc:sldMkLst>
        <pc:spChg chg="mod">
          <ac:chgData name="Kumar,Ashni" userId="S::apk66@drexel.edu::c1cd851a-cd44-401f-a4ba-7674e5877407" providerId="AD" clId="Web-{6281D3FD-B820-71E5-C4F6-447CAF2DBDDD}" dt="2026-08-20T19:22:46.095" v="120" actId="20577"/>
          <ac:spMkLst>
            <pc:docMk/>
            <pc:sldMk cId="912521700" sldId="1550"/>
            <ac:spMk id="14" creationId="{330BC94A-47FC-F4AB-EEEE-EEE5502C0C9E}"/>
          </ac:spMkLst>
        </pc:spChg>
      </pc:sldChg>
      <pc:sldChg chg="modSp add replId modNotes">
        <pc:chgData name="Kumar,Ashni" userId="S::apk66@drexel.edu::c1cd851a-cd44-401f-a4ba-7674e5877407" providerId="AD" clId="Web-{6281D3FD-B820-71E5-C4F6-447CAF2DBDDD}" dt="2026-08-20T19:24:43.488" v="150"/>
        <pc:sldMkLst>
          <pc:docMk/>
          <pc:sldMk cId="558678156" sldId="1551"/>
        </pc:sldMkLst>
        <pc:spChg chg="mod">
          <ac:chgData name="Kumar,Ashni" userId="S::apk66@drexel.edu::c1cd851a-cd44-401f-a4ba-7674e5877407" providerId="AD" clId="Web-{6281D3FD-B820-71E5-C4F6-447CAF2DBDDD}" dt="2026-08-20T19:22:42.720" v="119" actId="20577"/>
          <ac:spMkLst>
            <pc:docMk/>
            <pc:sldMk cId="558678156" sldId="1551"/>
            <ac:spMk id="14" creationId="{49D3AE44-C7EA-7EB8-9483-2A0ED9456AE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Shreya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08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Shreya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59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F5BF3-24B7-1A75-83A3-C214FC207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5E8B0-6276-69E9-7646-37CEF33EE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8F4A46-21F0-0B93-EDA5-1B1C1D5BD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Shreya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9A8D4-9468-465C-CDFE-BE3A2814E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99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78153-F51D-A0BB-1DDB-E41375207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471FC-B9C6-306C-4243-4723D0767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26BE3-19D0-B33C-C527-FC3C17D69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Shreya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F2C9B-D916-A02A-FBF9-52A3A8AD8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14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Kriti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15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588EB-084B-F847-9EC4-83C3D1697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27D4D-9D5D-CC61-C905-34B76E3EA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8A534-E6DB-D33A-41A7-3043EB9F1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Kriti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B233D-FA2D-BEC0-DAC8-7CDDE3B67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79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Ashni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27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Ashni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777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09CE5-98EC-B815-4C47-4FFF7C754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7D45B-8322-9372-43D3-120E09AFA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824A9-C98E-D6E6-54AD-7EC5C3210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Ashni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C6EB9-C4AF-22E5-E1A1-C86EE45D9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74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CC2F7-EA68-9E59-701D-C74633B6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F7A27-70C4-358C-1B91-B89A36593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E92260-AB51-E48E-0A32-08F34CC72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Ashni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42C16-CC2B-D529-488B-17E535403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277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D1AD3-01CD-5ACE-076E-C9B3B6130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53B720-80C7-8C18-F78F-570B01FF1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453FD-910E-21BD-CAE6-429C1E785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Flora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15959-8E4F-1839-0AE2-699DA6949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51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F31D8-7C4A-4DC8-1A47-87CCE79ED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F9689-8327-3C43-78DE-5411B655D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234E4-3A21-1CC0-E80B-C0272D2F6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Flora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6DCCC-FE8B-801D-40AE-36F2911EF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89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C8781-502D-5859-AE29-91849A6B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91A63D-807F-203B-4EE9-CC69E5BDC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06334-CDCF-9BDA-4652-A3ED81907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Flora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BFBE1-B40C-B047-2480-F3D3E8EBF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58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34A9E-F2D4-4647-8CED-3936E905748C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D6D19A8-E804-40EF-8EF8-3AF40804D535}" type="datetime1">
              <a:rPr lang="en-US" smtClean="0"/>
              <a:t>8/25/2026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6C465929-F863-43BF-8BF8-3E35F2D5AEED}" type="datetime1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2FA5764E-E6BE-4F59-BC6D-FD62676A7915}" type="datetime1">
              <a:rPr lang="en-US" smtClean="0"/>
              <a:t>8/25/2026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97A10-1365-4298-BCFB-A89E8226FC7A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6CAF2-4ACC-400C-8AB1-D2F5D7E42D16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841A4-141B-49DF-B86D-DC4CE14AABDF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AC57F-60A3-414E-BD64-2B4E75743E1D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7C933-36A1-4C8A-B822-7DB4455188CD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DF993B4D-ACE9-486A-A560-28F00CAF6229}" type="datetime1">
              <a:rPr lang="en-US" smtClean="0"/>
              <a:t>8/25/2026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8614024-C2AB-4708-B187-FC564343BFC5}" type="datetime1">
              <a:rPr lang="en-US" smtClean="0"/>
              <a:t>8/25/2026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595A4CD-3E4D-467F-A632-E22A4549133E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54066A9-6336-4B97-B4D9-3A38AC83B347}" type="datetime1">
              <a:rPr lang="en-US" smtClean="0"/>
              <a:t>8/25/2026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1E1075-75A6-436D-9F99-5D7CCC3AC73F}" type="datetime1">
              <a:rPr lang="en-US" smtClean="0"/>
              <a:t>8/25/2026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FBCC299-E804-4C8D-B09B-D62E8FD902E3}" type="datetime1">
              <a:rPr lang="en-US" smtClean="0"/>
              <a:t>8/25/2026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997E86B6-4610-44EC-80FE-E376AFB9A87E}" type="datetime1">
              <a:rPr lang="en-US" smtClean="0"/>
              <a:t>8/25/2026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FAD630FC-B722-4E2B-AE0F-4EAEE8379303}" type="datetime1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6272A-A6AD-4529-9654-D4F1A4DBB99D}" type="datetime1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1D0BED44-D33C-4BC0-82AE-03CCEC84E23C}" type="datetime1">
              <a:rPr lang="en-US" smtClean="0"/>
              <a:t>8/25/2026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4AD230D4-27F1-4CA8-A3FF-2F2EEFBBF8FF}" type="datetime1">
              <a:rPr lang="en-US" smtClean="0"/>
              <a:t>8/25/2026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861F8A4-A550-495E-B098-17B8D646590D}" type="datetime1">
              <a:rPr lang="en-US" smtClean="0"/>
              <a:t>8/25/2026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42833966-1C27-49A9-BF68-AEEF42304B98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9A8E7AA-5AA8-48D8-857B-F7B6971F0AFF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EFD7-880E-41F7-8DF2-29BE6B08962C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CF854-F4D6-492A-8B63-1302C4D54DCF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201D4-EC5C-432E-B126-3C9F7EA5106A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45449AB-1A99-452F-8365-CCD6C575132A}" type="datetime1">
              <a:rPr lang="en-US" smtClean="0"/>
              <a:t>8/25/2026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2C16C74-55DA-42EB-8175-D0D7287DA860}" type="datetime1">
              <a:rPr lang="en-US" smtClean="0"/>
              <a:t>8/25/2026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B0792-39BA-4DDF-8CC0-FB53AC947541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A17E0-FD86-4740-841E-11AE14FE53B9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8E8BC-18BF-4782-9296-DD0D837E7B04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EB2C-1015-4455-AE51-32226220277B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D83B0785-BFD2-40CE-BFC6-53E97097B54D}" type="datetime1">
              <a:rPr lang="en-US" smtClean="0"/>
              <a:t>8/25/2026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1D96880-2887-4E7D-BBD2-0B0C8A14708C}" type="datetime1">
              <a:rPr lang="en-US" smtClean="0"/>
              <a:t>8/25/2026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2C26-75B3-4C8F-A524-DF1C4CACA0D5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B39C4-A47B-40FF-9538-86AD7C2D9C69}" type="datetime1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C357C-8952-4D95-B5A3-A1B4C8EE3913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18D2D-C3A8-4A66-A98A-C7AEF9ABBCA1}" type="datetime1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BC04A-62E7-410C-9DF4-AE519183FC48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77C5-6C81-4314-970E-947A1343E2E6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2687-D4AF-44F6-B6FA-687A60D6796A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C735-3864-4957-BF90-C675D06BA841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71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37426DD9-A454-4A8A-833C-23D835E03487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9.xml"/><Relationship Id="rId4" Type="http://schemas.openxmlformats.org/officeDocument/2006/relationships/hyperlink" Target="https://www.evmagazin.cz/mexiko-masivne-rozsiruje-sit-ev-nabijeni-tisice-bodu-do-roku-2030-s-xcharge-soriana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1A057-FF69-DB4E-18F5-A26FC0C911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Washington State EV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AF3FA-87A9-9163-3213-65A6A97B1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7071890" cy="480373"/>
          </a:xfrm>
        </p:spPr>
        <p:txBody>
          <a:bodyPr vert="horz" lIns="91440" tIns="45720" rIns="91440" bIns="45720" rtlCol="0" anchorCtr="0">
            <a:noAutofit/>
          </a:bodyPr>
          <a:lstStyle/>
          <a:p>
            <a:r>
              <a:rPr lang="en-US" sz="1500"/>
              <a:t>Group 3</a:t>
            </a:r>
          </a:p>
          <a:p>
            <a:r>
              <a:rPr lang="en-US" sz="1500"/>
              <a:t>Shreya Arya, Kriti </a:t>
            </a:r>
            <a:r>
              <a:rPr lang="en-US" sz="1500" err="1"/>
              <a:t>Sundaresa</a:t>
            </a:r>
            <a:r>
              <a:rPr lang="en-US" sz="1500"/>
              <a:t>, Flora Zheng, Han Truong, </a:t>
            </a:r>
            <a:r>
              <a:rPr lang="en-US" sz="1500" err="1"/>
              <a:t>Ashni</a:t>
            </a:r>
            <a:r>
              <a:rPr lang="en-US" sz="1500"/>
              <a:t> Kumar</a:t>
            </a:r>
          </a:p>
        </p:txBody>
      </p:sp>
      <p:pic>
        <p:nvPicPr>
          <p:cNvPr id="13" name="Picture Placeholder 6" descr="A field of grass and a blue sky">
            <a:extLst>
              <a:ext uri="{FF2B5EF4-FFF2-40B4-BE49-F238E27FC236}">
                <a16:creationId xmlns:a16="http://schemas.microsoft.com/office/drawing/2014/main" id="{F9DB484A-0F6D-AA40-DDC0-A88846E223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2000" cy="4026775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3B333A-77E1-9CF2-4CB5-643D05CCC3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3582" y="4855921"/>
            <a:ext cx="3494314" cy="4803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136938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5FE40C1-5CCB-20D7-1C24-4FFE916D4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93477"/>
            <a:ext cx="4361688" cy="1527048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5200"/>
              <a:t>Problem/Why It Matters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09C41-614B-C031-6C74-39405795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BB0CD-0B68-1056-857B-9CB9460BFF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19466"/>
            <a:ext cx="5396591" cy="4754177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pPr marL="285750" indent="-285750">
              <a:buChar char="•"/>
            </a:pPr>
            <a:r>
              <a:rPr lang="en-US" sz="1800"/>
              <a:t>EV ownership is growing rapidly, increasing the need for accessible public charging infrastructure</a:t>
            </a:r>
          </a:p>
          <a:p>
            <a:pPr marL="285750" indent="-285750">
              <a:buChar char="•"/>
            </a:pPr>
            <a:r>
              <a:rPr lang="en-US" sz="1800"/>
              <a:t>Charging stations may not be distributed proportionally to where EV owners actually live</a:t>
            </a:r>
          </a:p>
          <a:p>
            <a:pPr marL="285750" indent="-285750">
              <a:buChar char="•"/>
            </a:pPr>
            <a:r>
              <a:rPr lang="en-US" sz="1800"/>
              <a:t>Areas with many EV registrations but fewer chargers could experience infrastructure gaps</a:t>
            </a:r>
          </a:p>
          <a:p>
            <a:pPr marL="285750" indent="-285750">
              <a:buChar char="•"/>
            </a:pPr>
            <a:r>
              <a:rPr lang="en-US" sz="1800"/>
              <a:t>Limited charging access can discourage EV adoption, especially outside major urban/commercial centers</a:t>
            </a:r>
          </a:p>
          <a:p>
            <a:pPr marL="285750" indent="-285750">
              <a:buChar char="•"/>
            </a:pPr>
            <a:r>
              <a:rPr lang="en-US" sz="1800"/>
              <a:t>Improving charger placement can support continued EV adoption and help reduce transportation-related emissions</a:t>
            </a:r>
          </a:p>
          <a:p>
            <a:pPr marL="285750" indent="-285750">
              <a:buChar char="•"/>
            </a:pPr>
            <a:r>
              <a:rPr lang="en-US" sz="1800"/>
              <a:t>Washington is a useful case study because it has high EV adoption across urban, suburban, and rural communities</a:t>
            </a:r>
          </a:p>
          <a:p>
            <a:pPr marL="285750" indent="-285750">
              <a:buChar char="•"/>
            </a:pPr>
            <a:endParaRPr lang="en-US" sz="1800"/>
          </a:p>
        </p:txBody>
      </p:sp>
      <p:pic>
        <p:nvPicPr>
          <p:cNvPr id="8" name="Picture 7" descr="Washington sets the nation's strongest Clean Cars standard">
            <a:extLst>
              <a:ext uri="{FF2B5EF4-FFF2-40B4-BE49-F238E27FC236}">
                <a16:creationId xmlns:a16="http://schemas.microsoft.com/office/drawing/2014/main" id="{41DAB1A8-8496-AEFF-10B3-30DA2A09CB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32" r="31993"/>
          <a:stretch>
            <a:fillRect/>
          </a:stretch>
        </p:blipFill>
        <p:spPr>
          <a:xfrm>
            <a:off x="5745480" y="10"/>
            <a:ext cx="644652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0610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05B16-2C55-D101-5704-C2CF6EC5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4156005-84F1-F152-205D-0B48AFA5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91627"/>
            <a:ext cx="4361688" cy="1527048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Dataset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751DA-8BAE-34DD-8FCF-38D8100F2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86A7A-6DEC-05E2-DA37-0D200D8E678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928809"/>
            <a:ext cx="4833303" cy="4773930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pPr marL="285750" indent="-285750">
              <a:buChar char="•"/>
            </a:pPr>
            <a:r>
              <a:rPr lang="en-US" sz="1800"/>
              <a:t>Washington State Electric Vehicle Population Dataset</a:t>
            </a:r>
          </a:p>
          <a:p>
            <a:pPr marL="285750" indent="-285750">
              <a:buChar char="•"/>
            </a:pPr>
            <a:r>
              <a:rPr lang="en-US" sz="1800"/>
              <a:t>Source: Washington State Department of Licensing</a:t>
            </a:r>
          </a:p>
          <a:p>
            <a:pPr marL="285750" indent="-285750">
              <a:buChar char="•"/>
            </a:pPr>
            <a:r>
              <a:rPr lang="en-US" sz="1800"/>
              <a:t>Approximately 289,000 registered electric vehicles in the dataset</a:t>
            </a:r>
          </a:p>
          <a:p>
            <a:pPr marL="285750" indent="-285750">
              <a:buChar char="•"/>
            </a:pPr>
            <a:r>
              <a:rPr lang="en-US" sz="1800"/>
              <a:t>Includes both Battery Electric Vehicles (BEVs) and Plug-in Hybrid Electric Vehicles (PHEVs)</a:t>
            </a:r>
          </a:p>
          <a:p>
            <a:pPr marL="285750" indent="-285750">
              <a:buChar char="•"/>
            </a:pPr>
            <a:r>
              <a:rPr lang="en-US" sz="1800"/>
              <a:t>Key variables include county, city, ZIP code, model year, make/model, EV type, electric range, and vehicle location</a:t>
            </a:r>
          </a:p>
          <a:p>
            <a:pPr marL="285750" indent="-285750">
              <a:buChar char="•"/>
            </a:pPr>
            <a:r>
              <a:rPr lang="en-US" sz="1800"/>
              <a:t>Combined with public EV charging station data to compare EV registrations with charging availability</a:t>
            </a:r>
          </a:p>
          <a:p>
            <a:pPr marL="285750" indent="-285750">
              <a:buChar char="•"/>
            </a:pPr>
            <a:r>
              <a:rPr lang="en-US" sz="1800"/>
              <a:t>Analysis was primarily performed at the county level</a:t>
            </a:r>
          </a:p>
        </p:txBody>
      </p:sp>
      <p:pic>
        <p:nvPicPr>
          <p:cNvPr id="2" name="Picture 1" descr="How Electric Vehicles Are Targeted by the Republican Policy Bill - The New  York Times">
            <a:extLst>
              <a:ext uri="{FF2B5EF4-FFF2-40B4-BE49-F238E27FC236}">
                <a16:creationId xmlns:a16="http://schemas.microsoft.com/office/drawing/2014/main" id="{BCCA8654-3409-B6D9-CFEC-E03FBDB2E5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28989"/>
          <a:stretch>
            <a:fillRect/>
          </a:stretch>
        </p:blipFill>
        <p:spPr>
          <a:xfrm>
            <a:off x="5745480" y="10"/>
            <a:ext cx="644652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40836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3C60D-7949-3F20-DD00-8AE056851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120C591-BADC-E7A4-3B17-C5CA47F3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9904"/>
            <a:ext cx="4361688" cy="1527048"/>
          </a:xfrm>
        </p:spPr>
        <p:txBody>
          <a:bodyPr anchor="b">
            <a:normAutofit/>
          </a:bodyPr>
          <a:lstStyle/>
          <a:p>
            <a:r>
              <a:rPr lang="en-US"/>
              <a:t>Summary of Results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1F7991-D415-CAF7-C76E-A921295118A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41660"/>
            <a:ext cx="5159853" cy="46727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600"/>
              <a:t>EV registrations are highly concentrated in a small number of Washington counties</a:t>
            </a:r>
          </a:p>
          <a:p>
            <a:pPr marL="285750" indent="-285750">
              <a:buChar char="•"/>
            </a:pPr>
            <a:r>
              <a:rPr lang="en-US" sz="1600"/>
              <a:t>King County has the largest EV population, with about 140,000 registered EVs</a:t>
            </a:r>
          </a:p>
          <a:p>
            <a:pPr marL="285750" indent="-285750">
              <a:buChar char="•"/>
            </a:pPr>
            <a:r>
              <a:rPr lang="en-US" sz="1600"/>
              <a:t>Snohomish, Pierce, and Clark Counties also contain large EV populations</a:t>
            </a:r>
          </a:p>
          <a:p>
            <a:pPr marL="285750" indent="-285750">
              <a:buChar char="•"/>
            </a:pPr>
            <a:r>
              <a:rPr lang="en-US" sz="1600"/>
              <a:t>EV population and charging station availability have a very strong positive relationship</a:t>
            </a:r>
          </a:p>
          <a:p>
            <a:pPr marL="285750" indent="-285750">
              <a:buChar char="•"/>
            </a:pPr>
            <a:r>
              <a:rPr lang="en-US" sz="1600"/>
              <a:t>Regression analysis found R² ≈ 0.98 and p &lt; 0.001, meaning counties with more EVs generally have more charging stations</a:t>
            </a:r>
          </a:p>
          <a:p>
            <a:pPr marL="285750" indent="-285750">
              <a:buChar char="•"/>
            </a:pPr>
            <a:r>
              <a:rPr lang="en-US" sz="1600"/>
              <a:t>Facility type did not show a statistically significant relationship with whether an area was high- or low-EV</a:t>
            </a:r>
          </a:p>
          <a:p>
            <a:pPr marL="285750" indent="-285750">
              <a:buChar char="•"/>
            </a:pPr>
            <a:r>
              <a:rPr lang="en-US" sz="1600"/>
              <a:t>Some counties still appear underserved relative to their EV populations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 sz="1600"/>
              <a:t>Snohomish County had 260 stations compared with about 397 predicted by the model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US" sz="130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US" sz="1300"/>
          </a:p>
        </p:txBody>
      </p:sp>
      <p:pic>
        <p:nvPicPr>
          <p:cNvPr id="7" name="Picture 6" descr="Electric Vehicles: The Future of Transportation | SmartEnergy">
            <a:extLst>
              <a:ext uri="{FF2B5EF4-FFF2-40B4-BE49-F238E27FC236}">
                <a16:creationId xmlns:a16="http://schemas.microsoft.com/office/drawing/2014/main" id="{D87F3844-68DE-F04B-4E2A-BA6EDA765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63" r="14837"/>
          <a:stretch>
            <a:fillRect/>
          </a:stretch>
        </p:blipFill>
        <p:spPr>
          <a:xfrm>
            <a:off x="5745480" y="10"/>
            <a:ext cx="644652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63113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AF806-23B3-78F5-EBFC-26C29DF059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7649A-0C9C-A44A-55A5-C6D6656869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1188720"/>
            <a:ext cx="8266176" cy="5605272"/>
          </a:xfrm>
        </p:spPr>
        <p:txBody>
          <a:bodyPr/>
          <a:lstStyle/>
          <a:p>
            <a:r>
              <a:rPr lang="en-US"/>
              <a:t>EDA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AB312-5AB9-F46C-797A-58693FDAD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" y="46583"/>
            <a:ext cx="4935220" cy="3972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52196D-55E5-F45A-61C9-558CA1EF4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4507" y="0"/>
            <a:ext cx="4741919" cy="37849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51458D-9BB0-0126-CECC-DC3104C7FC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765" y="3316284"/>
            <a:ext cx="434447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77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4C4A4-D29A-2300-5BEF-FD963ED6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EC7B4-8A01-E80B-A2C2-B99EE876EC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1B193-8913-12C9-8B56-086FE1171F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724" y="1044448"/>
            <a:ext cx="8266176" cy="5605272"/>
          </a:xfrm>
        </p:spPr>
        <p:txBody>
          <a:bodyPr/>
          <a:lstStyle/>
          <a:p>
            <a:r>
              <a:rPr lang="en-US"/>
              <a:t>EDA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A939F0-6E55-BF0D-E40E-08A8DB002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42" y="624079"/>
            <a:ext cx="5213208" cy="46897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C81D4E-084E-AD5E-B8BE-348FB3FC3F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839" y="715519"/>
            <a:ext cx="5884587" cy="467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03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DD1CA39-2462-65AC-9478-EA9B600AA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09" y="769182"/>
            <a:ext cx="4361688" cy="1527048"/>
          </a:xfrm>
        </p:spPr>
        <p:txBody>
          <a:bodyPr anchor="b">
            <a:normAutofit/>
          </a:bodyPr>
          <a:lstStyle/>
          <a:p>
            <a:r>
              <a:rPr lang="en-US" sz="3500"/>
              <a:t>Test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2DCD5-A6AA-1DC6-680C-C9342BF7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6175" y="120166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872D36-34E4-3C95-E20D-11ECB313580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509" y="2388305"/>
            <a:ext cx="4976507" cy="3782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/>
              <a:t>Is there a significant positive correlation at 95% confidence level between a county's electric vehicle population and the number of public EV charging stations available in that county?</a:t>
            </a:r>
          </a:p>
          <a:p>
            <a:endParaRPr lang="en-US" sz="1800">
              <a:highlight>
                <a:srgbClr val="FFFFFF"/>
              </a:highlight>
            </a:endParaRPr>
          </a:p>
          <a:p>
            <a:r>
              <a:rPr lang="en-US" sz="1800">
                <a:highlight>
                  <a:srgbClr val="FFFFFF"/>
                </a:highlight>
              </a:rPr>
              <a:t>H0: There is no significant linear relationship between EV Count and Station Count.</a:t>
            </a:r>
          </a:p>
          <a:p>
            <a:r>
              <a:rPr lang="en-US" sz="1800">
                <a:highlight>
                  <a:srgbClr val="FFFFFF"/>
                </a:highlight>
              </a:rPr>
              <a:t>H1: There is a significant linear relationship between EV Count and Station Count.</a:t>
            </a:r>
          </a:p>
          <a:p>
            <a:endParaRPr lang="en-US" sz="2000" b="1"/>
          </a:p>
          <a:p>
            <a:endParaRPr lang="en-US" sz="2000"/>
          </a:p>
        </p:txBody>
      </p:sp>
      <p:pic>
        <p:nvPicPr>
          <p:cNvPr id="2" name="Picture 1" descr="First federally funded EV charging station opens in Illinois">
            <a:extLst>
              <a:ext uri="{FF2B5EF4-FFF2-40B4-BE49-F238E27FC236}">
                <a16:creationId xmlns:a16="http://schemas.microsoft.com/office/drawing/2014/main" id="{E0BA270D-8DEF-21C5-855C-A4299D0EBE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469" t="-47" r="2569" b="-197"/>
          <a:stretch/>
        </p:blipFill>
        <p:spPr>
          <a:xfrm>
            <a:off x="5946108" y="1226790"/>
            <a:ext cx="6245892" cy="44044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20672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E646D-BBE4-D7C4-A914-BAF8D0BC3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83260AA-BD77-1DF5-9CBD-31BBE49BA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21" y="457200"/>
            <a:ext cx="6400800" cy="1482005"/>
          </a:xfrm>
        </p:spPr>
        <p:txBody>
          <a:bodyPr>
            <a:normAutofit/>
          </a:bodyPr>
          <a:lstStyle/>
          <a:p>
            <a:r>
              <a:rPr lang="en-US"/>
              <a:t>Methodology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BDC849-5868-6D24-1744-0DA71375D6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8138" y="2621279"/>
            <a:ext cx="4908116" cy="32009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solidFill>
                  <a:srgbClr val="000000"/>
                </a:solidFill>
              </a:rPr>
              <a:t>Simple Linear Regression</a:t>
            </a:r>
            <a:endParaRPr lang="en-US" sz="2000"/>
          </a:p>
          <a:p>
            <a:endParaRPr lang="en-US" sz="2000" b="1"/>
          </a:p>
          <a:p>
            <a:r>
              <a:rPr lang="en-US" sz="2000" b="1"/>
              <a:t>Result at 95% confidence level (α = 0.05):</a:t>
            </a:r>
            <a:endParaRPr lang="en-US" sz="2000"/>
          </a:p>
          <a:p>
            <a:r>
              <a:rPr lang="en-US" sz="2000" b="1"/>
              <a:t>Reject H₀.</a:t>
            </a:r>
            <a:r>
              <a:rPr lang="en-US" sz="2000"/>
              <a:t> </a:t>
            </a:r>
          </a:p>
          <a:p>
            <a:r>
              <a:rPr lang="en-US" sz="2000">
                <a:ea typeface="+mn-lt"/>
                <a:cs typeface="+mn-lt"/>
              </a:rPr>
              <a:t>There is a statistically significant relationship between the number of EVs and charging stations at each county.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C4780-1554-B783-BE08-7BCFC52EA6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FE7C56-2A9C-BC46-9AEA-B31574846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317" y="457200"/>
            <a:ext cx="592182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16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DF70C-96AF-3879-5EB6-E3C7AC53B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4EB5F2A9-E52B-FD55-55BB-35E40FE1F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>
            <a:normAutofit/>
          </a:bodyPr>
          <a:lstStyle/>
          <a:p>
            <a:r>
              <a:rPr lang="en-US" sz="3900"/>
              <a:t>Test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33B5C-EDE7-7F0E-22F0-7D1D9826663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CE6741-0614-FB7F-A8ED-5A5DCA4D06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771596"/>
            <a:ext cx="5661437" cy="36404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b="1"/>
              <a:t>Is there a significant positive correlation at 95% confidence level between model year and electric range?</a:t>
            </a:r>
          </a:p>
          <a:p>
            <a:endParaRPr lang="en-US">
              <a:highlight>
                <a:srgbClr val="FFFFFF"/>
              </a:highlight>
            </a:endParaRPr>
          </a:p>
          <a:p>
            <a:r>
              <a:rPr lang="en-US">
                <a:highlight>
                  <a:srgbClr val="FFFFFF"/>
                </a:highlight>
              </a:rPr>
              <a:t>H0: No correlation between model year and electric range.</a:t>
            </a:r>
            <a:endParaRPr lang="en-US"/>
          </a:p>
          <a:p>
            <a:r>
              <a:rPr lang="en-US">
                <a:highlight>
                  <a:srgbClr val="FFFFFF"/>
                </a:highlight>
              </a:rPr>
              <a:t>H1: There is a correlation between model year and electric range.</a:t>
            </a:r>
          </a:p>
          <a:p>
            <a:endParaRPr lang="en-US" b="1"/>
          </a:p>
          <a:p>
            <a:endParaRPr lang="en-US"/>
          </a:p>
        </p:txBody>
      </p:sp>
      <p:pic>
        <p:nvPicPr>
          <p:cNvPr id="2" name="Picture 1" descr="Black Analog Car Speedometer · Free Stock Photo">
            <a:extLst>
              <a:ext uri="{FF2B5EF4-FFF2-40B4-BE49-F238E27FC236}">
                <a16:creationId xmlns:a16="http://schemas.microsoft.com/office/drawing/2014/main" id="{916499B7-9A1F-68FB-7E7E-5CB9ADC842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686" b="20068"/>
          <a:stretch>
            <a:fillRect/>
          </a:stretch>
        </p:blipFill>
        <p:spPr>
          <a:xfrm>
            <a:off x="-1" y="4509435"/>
            <a:ext cx="12192000" cy="23485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21706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B6517-E007-B81A-69FA-2DA386A8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E6816AC-3E14-3C97-410B-CFA60C985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5954" y="941541"/>
            <a:ext cx="3839884" cy="787186"/>
          </a:xfrm>
        </p:spPr>
        <p:txBody>
          <a:bodyPr anchor="b">
            <a:normAutofit/>
          </a:bodyPr>
          <a:lstStyle/>
          <a:p>
            <a:r>
              <a:rPr lang="en-US" sz="4300"/>
              <a:t>Methodology 2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82AB8F6-C5D7-6212-C84F-BBB3C33431F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904" b="904"/>
          <a:stretch/>
        </p:blipFill>
        <p:spPr>
          <a:xfrm>
            <a:off x="186765" y="291600"/>
            <a:ext cx="6429189" cy="5624859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D5739-2BD1-2035-334C-5363C9CFF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E0FF49-982B-08AA-0887-5C6549E2E67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15954" y="2014227"/>
            <a:ext cx="5003077" cy="371234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har char="•"/>
            </a:pPr>
            <a:r>
              <a:rPr lang="en-US" sz="1600" b="1"/>
              <a:t>Spearman correlation</a:t>
            </a:r>
            <a:endParaRPr lang="en-US"/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 sz="1600"/>
              <a:t>checks whether the two variables tend to increase or decrease together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Pearson correlation</a:t>
            </a:r>
          </a:p>
          <a:p>
            <a:pPr marL="514350" lvl="1" indent="-285750">
              <a:buFont typeface="Courier New" panose="020B0604020202020204" pitchFamily="34" charset="0"/>
              <a:buChar char="o"/>
            </a:pPr>
            <a:r>
              <a:rPr lang="en-US" sz="1600"/>
              <a:t>linear relationship check</a:t>
            </a:r>
          </a:p>
          <a:p>
            <a:endParaRPr lang="en-US" sz="1600"/>
          </a:p>
          <a:p>
            <a:r>
              <a:rPr lang="en-US" sz="1600" b="1"/>
              <a:t>Result at 95% confidence level (α = 0.05):</a:t>
            </a:r>
          </a:p>
          <a:p>
            <a:r>
              <a:rPr lang="en-US" sz="1600" b="1"/>
              <a:t>Reject H₀.</a:t>
            </a:r>
            <a:r>
              <a:rPr lang="en-US" sz="1600"/>
              <a:t> There is a statistically significant relationship between model year and electric range.</a:t>
            </a:r>
            <a:endParaRPr lang="en-US"/>
          </a:p>
          <a:p>
            <a:r>
              <a:rPr lang="en-US" sz="1600" b="1"/>
              <a:t>Direction:</a:t>
            </a:r>
            <a:r>
              <a:rPr lang="en-US" sz="1600"/>
              <a:t> ρ = </a:t>
            </a:r>
            <a:r>
              <a:rPr lang="en-US" sz="1600" b="1"/>
              <a:t>−0.265</a:t>
            </a:r>
            <a:r>
              <a:rPr lang="en-US" sz="1600"/>
              <a:t>, indicating a </a:t>
            </a:r>
            <a:r>
              <a:rPr lang="en-US" sz="1600" b="1"/>
              <a:t>negative correlation</a:t>
            </a:r>
            <a:r>
              <a:rPr lang="en-US" sz="1600"/>
              <a:t> in this dataset.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96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55B22-5624-4AA0-98E1-6486636A6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49D3AE44-C7EA-7EB8-9483-2A0ED9456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>
            <a:normAutofit/>
          </a:bodyPr>
          <a:lstStyle/>
          <a:p>
            <a:r>
              <a:rPr lang="en-US" sz="4000"/>
              <a:t>Test 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D0B984-0C2D-B451-1408-F907DACA04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3970" b="20937"/>
          <a:stretch>
            <a:fillRect/>
          </a:stretch>
        </p:blipFill>
        <p:spPr>
          <a:xfrm>
            <a:off x="-1" y="10"/>
            <a:ext cx="12192000" cy="3778260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CBEDCA-7FC3-BB8A-6880-D3F0E319E9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60064" y="4064507"/>
            <a:ext cx="8189976" cy="2240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Is there a significant positive correlation at 95% confidence level between the distribution of Facility Type and whether a county is a High-EV or Low-EV county</a:t>
            </a:r>
          </a:p>
          <a:p>
            <a:endParaRPr lang="en-US">
              <a:highlight>
                <a:srgbClr val="FFFFFF"/>
              </a:highlight>
            </a:endParaRPr>
          </a:p>
          <a:p>
            <a:r>
              <a:rPr lang="en-US">
                <a:highlight>
                  <a:srgbClr val="FFFFFF"/>
                </a:highlight>
              </a:rPr>
              <a:t>H0: There is no association between facility type and whether a county is High-EV or Low-EV.</a:t>
            </a:r>
            <a:endParaRPr lang="en-US"/>
          </a:p>
          <a:p>
            <a:r>
              <a:rPr lang="en-US">
                <a:highlight>
                  <a:srgbClr val="FFFFFF"/>
                </a:highlight>
              </a:rPr>
              <a:t>H1: There is an association between facility type and whether a county is High-EV or Low-EV.</a:t>
            </a:r>
            <a:endParaRPr lang="en-US"/>
          </a:p>
          <a:p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C42AB-0E38-081B-5AD0-ACBA9DDD9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78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F0865-0D32-FC7E-686E-1F30EFCB0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30BC94A-47FC-F4AB-EEEE-EEE5502C0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6" y="683577"/>
            <a:ext cx="6400800" cy="1482005"/>
          </a:xfrm>
        </p:spPr>
        <p:txBody>
          <a:bodyPr>
            <a:normAutofit/>
          </a:bodyPr>
          <a:lstStyle/>
          <a:p>
            <a:r>
              <a:rPr lang="en-US"/>
              <a:t>Methodology 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67565A-153F-08D9-D39B-5D3468C8091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7952" y="2606040"/>
            <a:ext cx="6132574" cy="39990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>
                <a:ea typeface="+mn-lt"/>
                <a:cs typeface="+mn-lt"/>
              </a:rPr>
              <a:t>Chi-Square Test of Independence</a:t>
            </a:r>
            <a:r>
              <a:rPr lang="en-US" sz="1600">
                <a:ea typeface="+mn-lt"/>
                <a:cs typeface="+mn-lt"/>
              </a:rPr>
              <a:t> </a:t>
            </a:r>
            <a:endParaRPr lang="en-US" sz="160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600">
                <a:ea typeface="+mn-lt"/>
                <a:cs typeface="+mn-lt"/>
              </a:rPr>
              <a:t>checks whether the differences in facility type counts are </a:t>
            </a:r>
            <a:r>
              <a:rPr lang="en-US" sz="1600" b="1">
                <a:ea typeface="+mn-lt"/>
                <a:cs typeface="+mn-lt"/>
              </a:rPr>
              <a:t>large enough to indicate a relationship </a:t>
            </a:r>
            <a:r>
              <a:rPr lang="en-US" sz="1600">
                <a:ea typeface="+mn-lt"/>
                <a:cs typeface="+mn-lt"/>
              </a:rPr>
              <a:t>rather than occurring by chance.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endParaRPr lang="en-US" sz="1600" b="1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Results at 95% confidence level (α = 0.05):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Failed to reject H₀. </a:t>
            </a:r>
          </a:p>
          <a:p>
            <a:r>
              <a:rPr lang="en-US" sz="1600" b="1">
                <a:ea typeface="+mn-lt"/>
                <a:cs typeface="+mn-lt"/>
              </a:rPr>
              <a:t>No significant association</a:t>
            </a:r>
            <a:r>
              <a:rPr lang="en-US" sz="1600">
                <a:ea typeface="+mn-lt"/>
                <a:cs typeface="+mn-lt"/>
              </a:rPr>
              <a:t> between Facility Type and County Type.</a:t>
            </a:r>
          </a:p>
          <a:p>
            <a:endParaRPr lang="en-US" sz="1600" b="1"/>
          </a:p>
          <a:p>
            <a:endParaRPr lang="en-US" sz="1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C54A2-D820-256A-5A00-DF799C6E8AC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A845B8-8567-0F51-D639-5535F3BD4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832" y="842963"/>
            <a:ext cx="4648200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521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95187-6543-9A28-D7A3-83E614324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8C55DAE-4ABF-B561-13F1-6BF7DFDE9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2" y="475489"/>
            <a:ext cx="3957755" cy="869703"/>
          </a:xfrm>
        </p:spPr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7617F-E370-5A2E-91F5-1DACC40AA8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15" name="Content Placeholder 6">
            <a:extLst>
              <a:ext uri="{FF2B5EF4-FFF2-40B4-BE49-F238E27FC236}">
                <a16:creationId xmlns:a16="http://schemas.microsoft.com/office/drawing/2014/main" id="{1B883FCC-76E5-FDA1-2800-CB600167501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81631219"/>
              </p:ext>
            </p:extLst>
          </p:nvPr>
        </p:nvGraphicFramePr>
        <p:xfrm>
          <a:off x="725977" y="1942865"/>
          <a:ext cx="11114367" cy="26812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4789">
                  <a:extLst>
                    <a:ext uri="{9D8B030D-6E8A-4147-A177-3AD203B41FA5}">
                      <a16:colId xmlns:a16="http://schemas.microsoft.com/office/drawing/2014/main" val="1015653664"/>
                    </a:ext>
                  </a:extLst>
                </a:gridCol>
                <a:gridCol w="3704789">
                  <a:extLst>
                    <a:ext uri="{9D8B030D-6E8A-4147-A177-3AD203B41FA5}">
                      <a16:colId xmlns:a16="http://schemas.microsoft.com/office/drawing/2014/main" val="642826378"/>
                    </a:ext>
                  </a:extLst>
                </a:gridCol>
                <a:gridCol w="3704789">
                  <a:extLst>
                    <a:ext uri="{9D8B030D-6E8A-4147-A177-3AD203B41FA5}">
                      <a16:colId xmlns:a16="http://schemas.microsoft.com/office/drawing/2014/main" val="94216053"/>
                    </a:ext>
                  </a:extLst>
                </a:gridCol>
              </a:tblGrid>
              <a:tr h="134061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+mn-lt"/>
                        </a:rPr>
                        <a:t>Correlation Between C</a:t>
                      </a:r>
                      <a:r>
                        <a:rPr lang="en-US" sz="1400" b="1" i="0" u="none" strike="noStrike" noProof="0"/>
                        <a:t>ounty's EV Population &amp; # of Public EV Charging Stations</a:t>
                      </a:r>
                      <a:endParaRPr lang="en-US" sz="1400" b="1"/>
                    </a:p>
                  </a:txBody>
                  <a:tcPr marL="137160" marR="13716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  <a:p>
                      <a:pPr lvl="0">
                        <a:buNone/>
                      </a:pPr>
                      <a:r>
                        <a:rPr lang="en-US" sz="1400" b="1" i="0" u="none" strike="noStrike" noProof="0"/>
                        <a:t>Correlation Between Model Year &amp; Electric Range </a:t>
                      </a:r>
                      <a:endParaRPr lang="en-US" b="1"/>
                    </a:p>
                  </a:txBody>
                  <a:tcPr marL="137160" marR="13716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Neue Haas Grotesk Text Pro"/>
                        </a:rPr>
                        <a:t>Correlation Between Distribution of Facility Type &amp; County Being High-EV vs. Low-EV</a:t>
                      </a:r>
                      <a:endParaRPr lang="en-US" sz="1400" b="1" i="0" u="none" strike="noStrike" noProof="0" err="1">
                        <a:solidFill>
                          <a:srgbClr val="000000"/>
                        </a:solidFill>
                        <a:latin typeface="Neue Haas Grotesk Text Pro"/>
                      </a:endParaRPr>
                    </a:p>
                  </a:txBody>
                  <a:tcPr marL="137160" marR="137160" anchor="ctr"/>
                </a:tc>
                <a:extLst>
                  <a:ext uri="{0D108BD9-81ED-4DB2-BD59-A6C34878D82A}">
                    <a16:rowId xmlns:a16="http://schemas.microsoft.com/office/drawing/2014/main" val="179652336"/>
                  </a:ext>
                </a:extLst>
              </a:tr>
              <a:tr h="134061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>
                          <a:latin typeface="+mn-lt"/>
                        </a:rPr>
                        <a:t>Reject</a:t>
                      </a:r>
                    </a:p>
                  </a:txBody>
                  <a:tcPr marL="137160" marR="13716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>
                          <a:latin typeface="+mn-lt"/>
                        </a:rPr>
                        <a:t>Reject</a:t>
                      </a:r>
                    </a:p>
                  </a:txBody>
                  <a:tcPr marL="137160" marR="1371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n-lt"/>
                        </a:rPr>
                        <a:t>Fail to reject</a:t>
                      </a:r>
                    </a:p>
                  </a:txBody>
                  <a:tcPr marL="137160" marR="137160" anchor="ctr"/>
                </a:tc>
                <a:extLst>
                  <a:ext uri="{0D108BD9-81ED-4DB2-BD59-A6C34878D82A}">
                    <a16:rowId xmlns:a16="http://schemas.microsoft.com/office/drawing/2014/main" val="4244066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8656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04AFC-DB5C-D975-608D-626BBCB73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842B8-B09B-5556-976F-911D96C85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/>
          <a:p>
            <a:pPr marL="164465" indent="-164465"/>
            <a:r>
              <a:rPr lang="en-US"/>
              <a:t>Thank You!</a:t>
            </a:r>
          </a:p>
        </p:txBody>
      </p:sp>
      <p:pic>
        <p:nvPicPr>
          <p:cNvPr id="8" name="Picture 7" descr="Aerial view of a highway near the ocean">
            <a:extLst>
              <a:ext uri="{FF2B5EF4-FFF2-40B4-BE49-F238E27FC236}">
                <a16:creationId xmlns:a16="http://schemas.microsoft.com/office/drawing/2014/main" id="{7075937F-E0AC-47C4-F11D-8AEFAAB3B4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59" b="23008"/>
          <a:stretch>
            <a:fillRect/>
          </a:stretch>
        </p:blipFill>
        <p:spPr>
          <a:xfrm>
            <a:off x="20" y="10"/>
            <a:ext cx="12191979" cy="5425430"/>
          </a:xfrm>
          <a:prstGeom prst="rect">
            <a:avLst/>
          </a:prstGeom>
          <a:noFill/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050861E7-ECE4-26EE-B175-586A9701BF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41167"/>
      </p:ext>
    </p:extLst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3A9C388-2C06-4AF2-857C-74055069A29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14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Southwestern</vt:lpstr>
      <vt:lpstr>Washington State EV Analysis</vt:lpstr>
      <vt:lpstr>Problem/Why It Matters</vt:lpstr>
      <vt:lpstr>Dataset Overview</vt:lpstr>
      <vt:lpstr>Summary of Results</vt:lpstr>
      <vt:lpstr>PowerPoint Presentation</vt:lpstr>
      <vt:lpstr>PowerPoint Presentation</vt:lpstr>
      <vt:lpstr>Test 1</vt:lpstr>
      <vt:lpstr>Methodology 1</vt:lpstr>
      <vt:lpstr>Test 2</vt:lpstr>
      <vt:lpstr>Methodology 2</vt:lpstr>
      <vt:lpstr>Test 3</vt:lpstr>
      <vt:lpstr>Methodology 3</vt:lpstr>
      <vt:lpstr>Results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Washington State EV Analysis</dc:title>
  <dc:creator/>
  <cp:revision>1</cp:revision>
  <dcterms:created xsi:type="dcterms:W3CDTF">2026-08-18T18:56:44Z</dcterms:created>
  <dcterms:modified xsi:type="dcterms:W3CDTF">2026-08-25T17:53:11Z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